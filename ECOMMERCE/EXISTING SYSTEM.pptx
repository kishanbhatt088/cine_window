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1" r:id="rId1"/>
  </p:sldMasterIdLst>
  <p:sldIdLst>
    <p:sldId id="268" r:id="rId2"/>
    <p:sldId id="274" r:id="rId3"/>
    <p:sldId id="256" r:id="rId4"/>
    <p:sldId id="257" r:id="rId5"/>
    <p:sldId id="275" r:id="rId6"/>
    <p:sldId id="276" r:id="rId7"/>
    <p:sldId id="272" r:id="rId8"/>
    <p:sldId id="273" r:id="rId9"/>
    <p:sldId id="259" r:id="rId10"/>
    <p:sldId id="260" r:id="rId11"/>
    <p:sldId id="277" r:id="rId12"/>
    <p:sldId id="27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2" autoAdjust="0"/>
    <p:restoredTop sz="93825" autoAdjust="0"/>
  </p:normalViewPr>
  <p:slideViewPr>
    <p:cSldViewPr snapToGrid="0">
      <p:cViewPr>
        <p:scale>
          <a:sx n="66" d="100"/>
          <a:sy n="66" d="100"/>
        </p:scale>
        <p:origin x="9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shan Bhatt" userId="8e81ac65a25cbeee" providerId="LiveId" clId="{6AC82A9E-B35C-4090-9CA5-E95231DB697B}"/>
    <pc:docChg chg="custSel addSld delSld modSld">
      <pc:chgData name="Kishan Bhatt" userId="8e81ac65a25cbeee" providerId="LiveId" clId="{6AC82A9E-B35C-4090-9CA5-E95231DB697B}" dt="2023-03-01T09:40:21.081" v="802" actId="1076"/>
      <pc:docMkLst>
        <pc:docMk/>
      </pc:docMkLst>
      <pc:sldChg chg="modSp mod">
        <pc:chgData name="Kishan Bhatt" userId="8e81ac65a25cbeee" providerId="LiveId" clId="{6AC82A9E-B35C-4090-9CA5-E95231DB697B}" dt="2023-03-01T09:38:29.408" v="788" actId="1076"/>
        <pc:sldMkLst>
          <pc:docMk/>
          <pc:sldMk cId="1945570850" sldId="256"/>
        </pc:sldMkLst>
        <pc:spChg chg="mod">
          <ac:chgData name="Kishan Bhatt" userId="8e81ac65a25cbeee" providerId="LiveId" clId="{6AC82A9E-B35C-4090-9CA5-E95231DB697B}" dt="2023-03-01T09:38:28.348" v="787" actId="14100"/>
          <ac:spMkLst>
            <pc:docMk/>
            <pc:sldMk cId="1945570850" sldId="256"/>
            <ac:spMk id="2" creationId="{93F35764-FE19-B0FF-2871-F51A749D098E}"/>
          </ac:spMkLst>
        </pc:spChg>
        <pc:spChg chg="mod">
          <ac:chgData name="Kishan Bhatt" userId="8e81ac65a25cbeee" providerId="LiveId" clId="{6AC82A9E-B35C-4090-9CA5-E95231DB697B}" dt="2023-03-01T09:38:29.408" v="788" actId="1076"/>
          <ac:spMkLst>
            <pc:docMk/>
            <pc:sldMk cId="1945570850" sldId="256"/>
            <ac:spMk id="3" creationId="{C11307D6-0B2A-B858-5699-E7B20E32A38C}"/>
          </ac:spMkLst>
        </pc:spChg>
      </pc:sldChg>
      <pc:sldChg chg="modSp mod">
        <pc:chgData name="Kishan Bhatt" userId="8e81ac65a25cbeee" providerId="LiveId" clId="{6AC82A9E-B35C-4090-9CA5-E95231DB697B}" dt="2023-03-01T09:38:48.303" v="790" actId="1076"/>
        <pc:sldMkLst>
          <pc:docMk/>
          <pc:sldMk cId="3571910103" sldId="257"/>
        </pc:sldMkLst>
        <pc:spChg chg="mod">
          <ac:chgData name="Kishan Bhatt" userId="8e81ac65a25cbeee" providerId="LiveId" clId="{6AC82A9E-B35C-4090-9CA5-E95231DB697B}" dt="2023-03-01T09:38:38.740" v="789" actId="1076"/>
          <ac:spMkLst>
            <pc:docMk/>
            <pc:sldMk cId="3571910103" sldId="257"/>
            <ac:spMk id="2" creationId="{99F2B3CF-D15F-B87B-3A9C-69710E7B9CC1}"/>
          </ac:spMkLst>
        </pc:spChg>
        <pc:spChg chg="mod">
          <ac:chgData name="Kishan Bhatt" userId="8e81ac65a25cbeee" providerId="LiveId" clId="{6AC82A9E-B35C-4090-9CA5-E95231DB697B}" dt="2023-03-01T09:38:48.303" v="790" actId="1076"/>
          <ac:spMkLst>
            <pc:docMk/>
            <pc:sldMk cId="3571910103" sldId="257"/>
            <ac:spMk id="3" creationId="{1BC51DAC-579E-21D4-E463-2258AB88DA2B}"/>
          </ac:spMkLst>
        </pc:spChg>
      </pc:sldChg>
      <pc:sldChg chg="modSp new mod">
        <pc:chgData name="Kishan Bhatt" userId="8e81ac65a25cbeee" providerId="LiveId" clId="{6AC82A9E-B35C-4090-9CA5-E95231DB697B}" dt="2023-03-01T09:38:58.194" v="791" actId="1076"/>
        <pc:sldMkLst>
          <pc:docMk/>
          <pc:sldMk cId="1752158078" sldId="258"/>
        </pc:sldMkLst>
        <pc:spChg chg="mod">
          <ac:chgData name="Kishan Bhatt" userId="8e81ac65a25cbeee" providerId="LiveId" clId="{6AC82A9E-B35C-4090-9CA5-E95231DB697B}" dt="2023-03-01T09:12:19.496" v="138" actId="122"/>
          <ac:spMkLst>
            <pc:docMk/>
            <pc:sldMk cId="1752158078" sldId="258"/>
            <ac:spMk id="2" creationId="{01CE6F7D-CAAD-B448-6899-C8C1CE24C664}"/>
          </ac:spMkLst>
        </pc:spChg>
        <pc:spChg chg="mod">
          <ac:chgData name="Kishan Bhatt" userId="8e81ac65a25cbeee" providerId="LiveId" clId="{6AC82A9E-B35C-4090-9CA5-E95231DB697B}" dt="2023-03-01T09:38:58.194" v="791" actId="1076"/>
          <ac:spMkLst>
            <pc:docMk/>
            <pc:sldMk cId="1752158078" sldId="258"/>
            <ac:spMk id="3" creationId="{DEC94DC0-F5C0-55F3-71FE-D84F990F97C1}"/>
          </ac:spMkLst>
        </pc:spChg>
      </pc:sldChg>
      <pc:sldChg chg="delSp modSp new mod">
        <pc:chgData name="Kishan Bhatt" userId="8e81ac65a25cbeee" providerId="LiveId" clId="{6AC82A9E-B35C-4090-9CA5-E95231DB697B}" dt="2023-03-01T09:39:19.711" v="793" actId="1076"/>
        <pc:sldMkLst>
          <pc:docMk/>
          <pc:sldMk cId="3867724667" sldId="259"/>
        </pc:sldMkLst>
        <pc:spChg chg="del">
          <ac:chgData name="Kishan Bhatt" userId="8e81ac65a25cbeee" providerId="LiveId" clId="{6AC82A9E-B35C-4090-9CA5-E95231DB697B}" dt="2023-03-01T09:03:54.330" v="14" actId="21"/>
          <ac:spMkLst>
            <pc:docMk/>
            <pc:sldMk cId="3867724667" sldId="259"/>
            <ac:spMk id="2" creationId="{BD1EAB36-2032-3B75-E087-C7663ECAB341}"/>
          </ac:spMkLst>
        </pc:spChg>
        <pc:spChg chg="mod">
          <ac:chgData name="Kishan Bhatt" userId="8e81ac65a25cbeee" providerId="LiveId" clId="{6AC82A9E-B35C-4090-9CA5-E95231DB697B}" dt="2023-03-01T09:39:19.711" v="793" actId="1076"/>
          <ac:spMkLst>
            <pc:docMk/>
            <pc:sldMk cId="3867724667" sldId="259"/>
            <ac:spMk id="3" creationId="{9657776A-1DFF-7C38-1F34-C29C3174CCDC}"/>
          </ac:spMkLst>
        </pc:spChg>
      </pc:sldChg>
      <pc:sldChg chg="delSp modSp new mod">
        <pc:chgData name="Kishan Bhatt" userId="8e81ac65a25cbeee" providerId="LiveId" clId="{6AC82A9E-B35C-4090-9CA5-E95231DB697B}" dt="2023-03-01T09:39:28.166" v="794" actId="1076"/>
        <pc:sldMkLst>
          <pc:docMk/>
          <pc:sldMk cId="2956143611" sldId="260"/>
        </pc:sldMkLst>
        <pc:spChg chg="del mod">
          <ac:chgData name="Kishan Bhatt" userId="8e81ac65a25cbeee" providerId="LiveId" clId="{6AC82A9E-B35C-4090-9CA5-E95231DB697B}" dt="2023-03-01T09:23:49.064" v="334" actId="21"/>
          <ac:spMkLst>
            <pc:docMk/>
            <pc:sldMk cId="2956143611" sldId="260"/>
            <ac:spMk id="2" creationId="{E6153378-24C0-D0D3-0220-E433ECEAA60A}"/>
          </ac:spMkLst>
        </pc:spChg>
        <pc:spChg chg="mod">
          <ac:chgData name="Kishan Bhatt" userId="8e81ac65a25cbeee" providerId="LiveId" clId="{6AC82A9E-B35C-4090-9CA5-E95231DB697B}" dt="2023-03-01T09:39:28.166" v="794" actId="1076"/>
          <ac:spMkLst>
            <pc:docMk/>
            <pc:sldMk cId="2956143611" sldId="260"/>
            <ac:spMk id="3" creationId="{B7EA6F56-13E2-48EC-3146-9754D2505836}"/>
          </ac:spMkLst>
        </pc:spChg>
      </pc:sldChg>
      <pc:sldChg chg="modSp new del mod">
        <pc:chgData name="Kishan Bhatt" userId="8e81ac65a25cbeee" providerId="LiveId" clId="{6AC82A9E-B35C-4090-9CA5-E95231DB697B}" dt="2023-03-01T09:05:09.210" v="22" actId="47"/>
        <pc:sldMkLst>
          <pc:docMk/>
          <pc:sldMk cId="323145912" sldId="261"/>
        </pc:sldMkLst>
        <pc:spChg chg="mod">
          <ac:chgData name="Kishan Bhatt" userId="8e81ac65a25cbeee" providerId="LiveId" clId="{6AC82A9E-B35C-4090-9CA5-E95231DB697B}" dt="2023-03-01T09:04:54.778" v="21" actId="27636"/>
          <ac:spMkLst>
            <pc:docMk/>
            <pc:sldMk cId="323145912" sldId="261"/>
            <ac:spMk id="3" creationId="{FF19A97A-B756-FF94-8824-23D7B7367DBD}"/>
          </ac:spMkLst>
        </pc:spChg>
      </pc:sldChg>
      <pc:sldChg chg="modSp new mod">
        <pc:chgData name="Kishan Bhatt" userId="8e81ac65a25cbeee" providerId="LiveId" clId="{6AC82A9E-B35C-4090-9CA5-E95231DB697B}" dt="2023-03-01T09:39:48.201" v="798" actId="1076"/>
        <pc:sldMkLst>
          <pc:docMk/>
          <pc:sldMk cId="521228879" sldId="261"/>
        </pc:sldMkLst>
        <pc:spChg chg="mod">
          <ac:chgData name="Kishan Bhatt" userId="8e81ac65a25cbeee" providerId="LiveId" clId="{6AC82A9E-B35C-4090-9CA5-E95231DB697B}" dt="2023-03-01T09:39:48.201" v="798" actId="1076"/>
          <ac:spMkLst>
            <pc:docMk/>
            <pc:sldMk cId="521228879" sldId="261"/>
            <ac:spMk id="2" creationId="{5733930B-D905-51AA-31DF-A0473EFBC23F}"/>
          </ac:spMkLst>
        </pc:spChg>
        <pc:spChg chg="mod">
          <ac:chgData name="Kishan Bhatt" userId="8e81ac65a25cbeee" providerId="LiveId" clId="{6AC82A9E-B35C-4090-9CA5-E95231DB697B}" dt="2023-03-01T09:39:42.594" v="796" actId="1076"/>
          <ac:spMkLst>
            <pc:docMk/>
            <pc:sldMk cId="521228879" sldId="261"/>
            <ac:spMk id="3" creationId="{7B735AC1-62DB-518C-C4F9-CB5BD30AA9EC}"/>
          </ac:spMkLst>
        </pc:spChg>
      </pc:sldChg>
      <pc:sldChg chg="delSp modSp new mod">
        <pc:chgData name="Kishan Bhatt" userId="8e81ac65a25cbeee" providerId="LiveId" clId="{6AC82A9E-B35C-4090-9CA5-E95231DB697B}" dt="2023-03-01T09:40:06.917" v="800" actId="1076"/>
        <pc:sldMkLst>
          <pc:docMk/>
          <pc:sldMk cId="4223706722" sldId="262"/>
        </pc:sldMkLst>
        <pc:spChg chg="del mod">
          <ac:chgData name="Kishan Bhatt" userId="8e81ac65a25cbeee" providerId="LiveId" clId="{6AC82A9E-B35C-4090-9CA5-E95231DB697B}" dt="2023-03-01T09:32:21.745" v="410" actId="21"/>
          <ac:spMkLst>
            <pc:docMk/>
            <pc:sldMk cId="4223706722" sldId="262"/>
            <ac:spMk id="2" creationId="{E0B37D6C-8206-6B4E-B00B-336C64915D17}"/>
          </ac:spMkLst>
        </pc:spChg>
        <pc:spChg chg="mod">
          <ac:chgData name="Kishan Bhatt" userId="8e81ac65a25cbeee" providerId="LiveId" clId="{6AC82A9E-B35C-4090-9CA5-E95231DB697B}" dt="2023-03-01T09:40:06.917" v="800" actId="1076"/>
          <ac:spMkLst>
            <pc:docMk/>
            <pc:sldMk cId="4223706722" sldId="262"/>
            <ac:spMk id="3" creationId="{67315E9C-908D-AD4A-7FE2-41105A967D41}"/>
          </ac:spMkLst>
        </pc:spChg>
      </pc:sldChg>
      <pc:sldChg chg="modSp new mod">
        <pc:chgData name="Kishan Bhatt" userId="8e81ac65a25cbeee" providerId="LiveId" clId="{6AC82A9E-B35C-4090-9CA5-E95231DB697B}" dt="2023-03-01T09:40:21.081" v="802" actId="1076"/>
        <pc:sldMkLst>
          <pc:docMk/>
          <pc:sldMk cId="3206790736" sldId="263"/>
        </pc:sldMkLst>
        <pc:spChg chg="mod">
          <ac:chgData name="Kishan Bhatt" userId="8e81ac65a25cbeee" providerId="LiveId" clId="{6AC82A9E-B35C-4090-9CA5-E95231DB697B}" dt="2023-03-01T09:37:29.913" v="776" actId="27636"/>
          <ac:spMkLst>
            <pc:docMk/>
            <pc:sldMk cId="3206790736" sldId="263"/>
            <ac:spMk id="2" creationId="{B8095F38-FF67-7E6E-D050-F9AB24E90462}"/>
          </ac:spMkLst>
        </pc:spChg>
        <pc:spChg chg="mod">
          <ac:chgData name="Kishan Bhatt" userId="8e81ac65a25cbeee" providerId="LiveId" clId="{6AC82A9E-B35C-4090-9CA5-E95231DB697B}" dt="2023-03-01T09:40:21.081" v="802" actId="1076"/>
          <ac:spMkLst>
            <pc:docMk/>
            <pc:sldMk cId="3206790736" sldId="263"/>
            <ac:spMk id="3" creationId="{1D15B38D-D78B-287C-7CEC-51A0F2620D3E}"/>
          </ac:spMkLst>
        </pc:spChg>
      </pc:sldChg>
      <pc:sldChg chg="modSp new mod">
        <pc:chgData name="Kishan Bhatt" userId="8e81ac65a25cbeee" providerId="LiveId" clId="{6AC82A9E-B35C-4090-9CA5-E95231DB697B}" dt="2023-03-01T09:40:13.583" v="801" actId="1076"/>
        <pc:sldMkLst>
          <pc:docMk/>
          <pc:sldMk cId="4185687097" sldId="264"/>
        </pc:sldMkLst>
        <pc:spChg chg="mod">
          <ac:chgData name="Kishan Bhatt" userId="8e81ac65a25cbeee" providerId="LiveId" clId="{6AC82A9E-B35C-4090-9CA5-E95231DB697B}" dt="2023-03-01T09:35:50.472" v="752" actId="14100"/>
          <ac:spMkLst>
            <pc:docMk/>
            <pc:sldMk cId="4185687097" sldId="264"/>
            <ac:spMk id="2" creationId="{D55F2C85-D665-89E2-4A25-3A5DA028C2EB}"/>
          </ac:spMkLst>
        </pc:spChg>
        <pc:spChg chg="mod">
          <ac:chgData name="Kishan Bhatt" userId="8e81ac65a25cbeee" providerId="LiveId" clId="{6AC82A9E-B35C-4090-9CA5-E95231DB697B}" dt="2023-03-01T09:40:13.583" v="801" actId="1076"/>
          <ac:spMkLst>
            <pc:docMk/>
            <pc:sldMk cId="4185687097" sldId="264"/>
            <ac:spMk id="3" creationId="{CDABF205-C26F-BD60-6534-8A5CB31EF284}"/>
          </ac:spMkLst>
        </pc:spChg>
      </pc:sldChg>
      <pc:sldChg chg="delSp modSp new mod">
        <pc:chgData name="Kishan Bhatt" userId="8e81ac65a25cbeee" providerId="LiveId" clId="{6AC82A9E-B35C-4090-9CA5-E95231DB697B}" dt="2023-03-01T09:39:04.705" v="792" actId="1076"/>
        <pc:sldMkLst>
          <pc:docMk/>
          <pc:sldMk cId="2940129341" sldId="265"/>
        </pc:sldMkLst>
        <pc:spChg chg="del">
          <ac:chgData name="Kishan Bhatt" userId="8e81ac65a25cbeee" providerId="LiveId" clId="{6AC82A9E-B35C-4090-9CA5-E95231DB697B}" dt="2023-03-01T09:13:16.796" v="162" actId="21"/>
          <ac:spMkLst>
            <pc:docMk/>
            <pc:sldMk cId="2940129341" sldId="265"/>
            <ac:spMk id="2" creationId="{9F899BBE-D7A3-C180-112D-F1E5CBEF568A}"/>
          </ac:spMkLst>
        </pc:spChg>
        <pc:spChg chg="mod">
          <ac:chgData name="Kishan Bhatt" userId="8e81ac65a25cbeee" providerId="LiveId" clId="{6AC82A9E-B35C-4090-9CA5-E95231DB697B}" dt="2023-03-01T09:39:04.705" v="792" actId="1076"/>
          <ac:spMkLst>
            <pc:docMk/>
            <pc:sldMk cId="2940129341" sldId="265"/>
            <ac:spMk id="3" creationId="{3F826121-EA59-430B-C849-6F2CBA336289}"/>
          </ac:spMkLst>
        </pc:spChg>
      </pc:sldChg>
      <pc:sldChg chg="delSp modSp new mod">
        <pc:chgData name="Kishan Bhatt" userId="8e81ac65a25cbeee" providerId="LiveId" clId="{6AC82A9E-B35C-4090-9CA5-E95231DB697B}" dt="2023-03-01T09:39:35.302" v="795" actId="1076"/>
        <pc:sldMkLst>
          <pc:docMk/>
          <pc:sldMk cId="3406110684" sldId="266"/>
        </pc:sldMkLst>
        <pc:spChg chg="del">
          <ac:chgData name="Kishan Bhatt" userId="8e81ac65a25cbeee" providerId="LiveId" clId="{6AC82A9E-B35C-4090-9CA5-E95231DB697B}" dt="2023-03-01T09:26:20.640" v="361" actId="21"/>
          <ac:spMkLst>
            <pc:docMk/>
            <pc:sldMk cId="3406110684" sldId="266"/>
            <ac:spMk id="2" creationId="{192AFCCA-5044-E835-E34D-B5D97A00E5DA}"/>
          </ac:spMkLst>
        </pc:spChg>
        <pc:spChg chg="mod">
          <ac:chgData name="Kishan Bhatt" userId="8e81ac65a25cbeee" providerId="LiveId" clId="{6AC82A9E-B35C-4090-9CA5-E95231DB697B}" dt="2023-03-01T09:39:35.302" v="795" actId="1076"/>
          <ac:spMkLst>
            <pc:docMk/>
            <pc:sldMk cId="3406110684" sldId="266"/>
            <ac:spMk id="3" creationId="{006CE7B5-F3C1-BEF7-A4F3-FFC76891BADD}"/>
          </ac:spMkLst>
        </pc:spChg>
      </pc:sldChg>
      <pc:sldChg chg="delSp modSp new mod">
        <pc:chgData name="Kishan Bhatt" userId="8e81ac65a25cbeee" providerId="LiveId" clId="{6AC82A9E-B35C-4090-9CA5-E95231DB697B}" dt="2023-03-01T09:39:57.248" v="799" actId="1076"/>
        <pc:sldMkLst>
          <pc:docMk/>
          <pc:sldMk cId="2222860182" sldId="267"/>
        </pc:sldMkLst>
        <pc:spChg chg="del">
          <ac:chgData name="Kishan Bhatt" userId="8e81ac65a25cbeee" providerId="LiveId" clId="{6AC82A9E-B35C-4090-9CA5-E95231DB697B}" dt="2023-03-01T09:30:39.200" v="393" actId="21"/>
          <ac:spMkLst>
            <pc:docMk/>
            <pc:sldMk cId="2222860182" sldId="267"/>
            <ac:spMk id="2" creationId="{DA38BC6E-C838-A685-E61C-C3642B46CCA9}"/>
          </ac:spMkLst>
        </pc:spChg>
        <pc:spChg chg="mod">
          <ac:chgData name="Kishan Bhatt" userId="8e81ac65a25cbeee" providerId="LiveId" clId="{6AC82A9E-B35C-4090-9CA5-E95231DB697B}" dt="2023-03-01T09:39:57.248" v="799" actId="1076"/>
          <ac:spMkLst>
            <pc:docMk/>
            <pc:sldMk cId="2222860182" sldId="267"/>
            <ac:spMk id="3" creationId="{29B86B9D-F9F1-0C8E-D512-D816799BE1C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51562-0D1D-4982-9F77-28EBE296FD1F}" type="datetimeFigureOut">
              <a:rPr lang="en-IN" smtClean="0"/>
              <a:t>04-08-2023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88DB468-F6E0-4F36-9799-6AC793BE6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058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51562-0D1D-4982-9F77-28EBE296FD1F}" type="datetimeFigureOut">
              <a:rPr lang="en-IN" smtClean="0"/>
              <a:t>04-08-2023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DB468-F6E0-4F36-9799-6AC793BE6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843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51562-0D1D-4982-9F77-28EBE296FD1F}" type="datetimeFigureOut">
              <a:rPr lang="en-IN" smtClean="0"/>
              <a:t>04-08-2023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88DB468-F6E0-4F36-9799-6AC793BE6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344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51562-0D1D-4982-9F77-28EBE296FD1F}" type="datetimeFigureOut">
              <a:rPr lang="en-IN" smtClean="0"/>
              <a:t>04-08-2023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88DB468-F6E0-4F36-9799-6AC793BE6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8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51562-0D1D-4982-9F77-28EBE296FD1F}" type="datetimeFigureOut">
              <a:rPr lang="en-IN" smtClean="0"/>
              <a:t>04-08-2023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88DB468-F6E0-4F36-9799-6AC793BE6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801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51562-0D1D-4982-9F77-28EBE296FD1F}" type="datetimeFigureOut">
              <a:rPr lang="en-IN" smtClean="0"/>
              <a:t>04-08-2023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DB468-F6E0-4F36-9799-6AC793BE6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732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51562-0D1D-4982-9F77-28EBE296FD1F}" type="datetimeFigureOut">
              <a:rPr lang="en-IN" smtClean="0"/>
              <a:t>04-08-2023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DB468-F6E0-4F36-9799-6AC793BE6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713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51562-0D1D-4982-9F77-28EBE296FD1F}" type="datetimeFigureOut">
              <a:rPr lang="en-IN" smtClean="0"/>
              <a:t>04-08-2023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DB468-F6E0-4F36-9799-6AC793BE6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126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51562-0D1D-4982-9F77-28EBE296FD1F}" type="datetimeFigureOut">
              <a:rPr lang="en-IN" smtClean="0"/>
              <a:t>04-08-2023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88DB468-F6E0-4F36-9799-6AC793BE6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978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51562-0D1D-4982-9F77-28EBE296FD1F}" type="datetimeFigureOut">
              <a:rPr lang="en-IN" smtClean="0"/>
              <a:t>04-08-2023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88DB468-F6E0-4F36-9799-6AC793BE6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097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51562-0D1D-4982-9F77-28EBE296FD1F}" type="datetimeFigureOut">
              <a:rPr lang="en-IN" smtClean="0"/>
              <a:t>04-08-2023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88DB468-F6E0-4F36-9799-6AC793BE6E41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832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51562-0D1D-4982-9F77-28EBE296FD1F}" type="datetimeFigureOut">
              <a:rPr lang="en-IN" smtClean="0"/>
              <a:t>04-08-2023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88DB468-F6E0-4F36-9799-6AC793BE6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12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51562-0D1D-4982-9F77-28EBE296FD1F}" type="datetimeFigureOut">
              <a:rPr lang="en-IN" smtClean="0"/>
              <a:t>04-08-2023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88DB468-F6E0-4F36-9799-6AC793BE6E41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55677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51562-0D1D-4982-9F77-28EBE296FD1F}" type="datetimeFigureOut">
              <a:rPr lang="en-IN" smtClean="0"/>
              <a:t>04-08-2023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88DB468-F6E0-4F36-9799-6AC793BE6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7336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51562-0D1D-4982-9F77-28EBE296FD1F}" type="datetimeFigureOut">
              <a:rPr lang="en-IN" smtClean="0"/>
              <a:t>04-08-2023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DB468-F6E0-4F36-9799-6AC793BE6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571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51562-0D1D-4982-9F77-28EBE296FD1F}" type="datetimeFigureOut">
              <a:rPr lang="en-IN" smtClean="0"/>
              <a:t>04-08-2023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DB468-F6E0-4F36-9799-6AC793BE6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592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51562-0D1D-4982-9F77-28EBE296FD1F}" type="datetimeFigureOut">
              <a:rPr lang="en-IN" smtClean="0"/>
              <a:t>04-08-2023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88DB468-F6E0-4F36-9799-6AC793BE6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60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1A9B35E-6712-0E81-B6C8-E02BBADC4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43128"/>
            <a:ext cx="10972799" cy="6272212"/>
          </a:xfrm>
        </p:spPr>
        <p:txBody>
          <a:bodyPr>
            <a:normAutofit/>
          </a:bodyPr>
          <a:lstStyle/>
          <a:p>
            <a:r>
              <a:rPr lang="en-IN" b="1" i="1" u="sng" dirty="0">
                <a:solidFill>
                  <a:srgbClr val="000000"/>
                </a:solidFill>
                <a:effectLst/>
                <a:latin typeface="Alike"/>
              </a:rPr>
              <a:t>PRESENTING</a:t>
            </a:r>
            <a:endParaRPr lang="en-US" b="1" i="1" u="sng" dirty="0"/>
          </a:p>
          <a:p>
            <a:pPr algn="ctr" fontAlgn="base"/>
            <a:endParaRPr lang="en-US" b="1" i="0" dirty="0">
              <a:solidFill>
                <a:srgbClr val="000000"/>
              </a:solidFill>
              <a:effectLst/>
              <a:latin typeface="Akaya Telivigala"/>
            </a:endParaRPr>
          </a:p>
          <a:p>
            <a:pPr algn="ctr" fontAlgn="base"/>
            <a:r>
              <a:rPr lang="en-US" sz="2400" b="1" i="1" dirty="0">
                <a:solidFill>
                  <a:srgbClr val="000000"/>
                </a:solidFill>
                <a:effectLst/>
                <a:latin typeface="Akaya Telivigala"/>
              </a:rPr>
              <a:t>CASE STUDY OF BOOK MY SHOW </a:t>
            </a:r>
            <a:endParaRPr lang="en-US" sz="2400" b="1" i="1" dirty="0">
              <a:solidFill>
                <a:srgbClr val="000000"/>
              </a:solidFill>
              <a:effectLst/>
              <a:latin typeface="Bellefair"/>
            </a:endParaRPr>
          </a:p>
          <a:p>
            <a:pPr algn="ctr" rtl="0" fontAlgn="base"/>
            <a:endParaRPr lang="en-US" dirty="0">
              <a:solidFill>
                <a:srgbClr val="000000"/>
              </a:solidFill>
              <a:latin typeface="Bellefair"/>
            </a:endParaRPr>
          </a:p>
          <a:p>
            <a:pPr algn="ctr" rtl="0" fontAlgn="base"/>
            <a:endParaRPr lang="en-US" b="0" i="0" dirty="0">
              <a:solidFill>
                <a:srgbClr val="000000"/>
              </a:solidFill>
              <a:effectLst/>
              <a:latin typeface="Bellefair"/>
            </a:endParaRPr>
          </a:p>
          <a:p>
            <a:pPr algn="ctr" rtl="0" fontAlgn="base"/>
            <a:endParaRPr lang="en-US" dirty="0">
              <a:solidFill>
                <a:srgbClr val="000000"/>
              </a:solidFill>
              <a:latin typeface="Bellefair"/>
            </a:endParaRPr>
          </a:p>
          <a:p>
            <a:pPr algn="ctr" rtl="0" fontAlgn="base"/>
            <a:r>
              <a:rPr lang="en-US" sz="2400" b="0" i="0" dirty="0">
                <a:solidFill>
                  <a:srgbClr val="000000"/>
                </a:solidFill>
                <a:effectLst/>
                <a:latin typeface="Bellefair"/>
              </a:rPr>
              <a:t>BY GROUP NO.2</a:t>
            </a:r>
          </a:p>
          <a:p>
            <a:pPr algn="ctr" rtl="0" fontAlgn="base"/>
            <a:r>
              <a:rPr lang="en-US" sz="2400" b="0" i="0" dirty="0">
                <a:solidFill>
                  <a:srgbClr val="000000"/>
                </a:solidFill>
                <a:effectLst/>
                <a:latin typeface="Alike"/>
              </a:rPr>
              <a:t>PRESENTING </a:t>
            </a:r>
          </a:p>
          <a:p>
            <a:pPr algn="ctr" rtl="0" fontAlgn="base"/>
            <a:r>
              <a:rPr lang="en-US" sz="2400" b="0" i="0" dirty="0">
                <a:solidFill>
                  <a:srgbClr val="000000"/>
                </a:solidFill>
                <a:effectLst/>
                <a:latin typeface="Baloo Chettan 2"/>
              </a:rPr>
              <a:t>TO</a:t>
            </a:r>
          </a:p>
          <a:p>
            <a:pPr algn="ctr" rtl="0" fontAlgn="base"/>
            <a:r>
              <a:rPr lang="en-US" sz="2400" b="0" i="0" dirty="0">
                <a:solidFill>
                  <a:srgbClr val="000000"/>
                </a:solidFill>
                <a:effectLst/>
                <a:latin typeface="Calistoga"/>
              </a:rPr>
              <a:t>B.P.C.C.S</a:t>
            </a:r>
          </a:p>
          <a:p>
            <a:r>
              <a:rPr lang="en-IN" sz="2400" b="1" i="0" cap="all" dirty="0">
                <a:solidFill>
                  <a:srgbClr val="000000"/>
                </a:solidFill>
                <a:effectLst/>
                <a:latin typeface="Alice"/>
              </a:rPr>
              <a:t>							</a:t>
            </a:r>
            <a:r>
              <a:rPr lang="en-IN" sz="2400" b="1" cap="all" dirty="0">
                <a:solidFill>
                  <a:srgbClr val="000000"/>
                </a:solidFill>
                <a:latin typeface="Alice"/>
              </a:rPr>
              <a:t>		    </a:t>
            </a:r>
            <a:r>
              <a:rPr lang="en-IN" sz="2400" b="1" i="0" cap="all" dirty="0">
                <a:solidFill>
                  <a:srgbClr val="000000"/>
                </a:solidFill>
                <a:effectLst/>
                <a:latin typeface="Alice"/>
              </a:rPr>
              <a:t>GANDHINAGAR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1553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97685-79A4-72E0-2BC4-46B0DBD0B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0" y="2696150"/>
            <a:ext cx="8091488" cy="2418775"/>
          </a:xfrm>
        </p:spPr>
        <p:txBody>
          <a:bodyPr>
            <a:norm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 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Objective 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Entities (Users- All)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Types of Entities with Roles and Responsibilities 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Facilities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FB525-8196-6EFD-B524-2E8CFBFBA46C}"/>
              </a:ext>
            </a:extLst>
          </p:cNvPr>
          <p:cNvSpPr txBox="1"/>
          <p:nvPr/>
        </p:nvSpPr>
        <p:spPr>
          <a:xfrm>
            <a:off x="71438" y="282000"/>
            <a:ext cx="12120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lgerian" panose="04020705040A02060702" pitchFamily="82" charset="0"/>
              </a:rPr>
              <a:t>Summary of Existing System</a:t>
            </a:r>
          </a:p>
        </p:txBody>
      </p:sp>
    </p:spTree>
    <p:extLst>
      <p:ext uri="{BB962C8B-B14F-4D97-AF65-F5344CB8AC3E}">
        <p14:creationId xmlns:p14="http://schemas.microsoft.com/office/powerpoint/2010/main" val="3881254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35764-FE19-B0FF-2871-F51A749D0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1014413"/>
          </a:xfrm>
        </p:spPr>
        <p:txBody>
          <a:bodyPr>
            <a:normAutofit/>
          </a:bodyPr>
          <a:lstStyle/>
          <a:p>
            <a:pPr algn="ctr"/>
            <a:r>
              <a:rPr lang="en-US" sz="2800" b="1" i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PURPOSE SYSTEM OF BOOK MY SHOW :</a:t>
            </a:r>
            <a:b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28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1307D6-0B2A-B858-5699-E7B20E32A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8775" y="1492249"/>
            <a:ext cx="10334625" cy="5365751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3429000" algn="l"/>
              </a:tabLst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Book Movie Tickets</a:t>
            </a:r>
            <a:endParaRPr lang="en-IN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3429000" algn="l"/>
              </a:tabLst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Can Order Meal During Show</a:t>
            </a:r>
            <a:endParaRPr lang="en-IN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3429000" algn="l"/>
              </a:tabLst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Can Host the show</a:t>
            </a:r>
            <a:endParaRPr lang="en-IN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3429000" algn="l"/>
              </a:tabLst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Can manage the show (Place ,Time, Ticket )</a:t>
            </a:r>
            <a:endParaRPr lang="en-IN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3429000" algn="l"/>
              </a:tabLst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Book sports matches tickets</a:t>
            </a:r>
            <a:endParaRPr lang="en-IN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3429000" algn="l"/>
              </a:tabLst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Can buy movie on rent.</a:t>
            </a:r>
            <a:endParaRPr lang="en-IN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3429000" algn="l"/>
              </a:tabLst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Can stream online event</a:t>
            </a:r>
            <a:endParaRPr lang="en-IN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0000"/>
              </a:lnSpc>
              <a:spcAft>
                <a:spcPts val="800"/>
              </a:spcAft>
              <a:buFont typeface="Wingdings" panose="05000000000000000000" pitchFamily="2" charset="2"/>
              <a:buChar char="v"/>
              <a:tabLst>
                <a:tab pos="3429000" algn="l"/>
              </a:tabLst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Workshops (Manage, List, Watch)</a:t>
            </a:r>
          </a:p>
        </p:txBody>
      </p:sp>
    </p:spTree>
    <p:extLst>
      <p:ext uri="{BB962C8B-B14F-4D97-AF65-F5344CB8AC3E}">
        <p14:creationId xmlns:p14="http://schemas.microsoft.com/office/powerpoint/2010/main" val="1945570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2B3CF-D15F-B87B-3A9C-69710E7B9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8588"/>
            <a:ext cx="12192000" cy="1200151"/>
          </a:xfrm>
        </p:spPr>
        <p:txBody>
          <a:bodyPr>
            <a:normAutofit/>
          </a:bodyPr>
          <a:lstStyle/>
          <a:p>
            <a:pPr marL="342900" lvl="0" indent="-342900" algn="ctr">
              <a:lnSpc>
                <a:spcPct val="150000"/>
              </a:lnSpc>
              <a:spcAft>
                <a:spcPts val="800"/>
              </a:spcAft>
            </a:pPr>
            <a:r>
              <a:rPr lang="en-US" sz="31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USER’S</a:t>
            </a:r>
            <a:r>
              <a:rPr lang="en-US" sz="18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1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TYPE: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																	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51DAC-579E-21D4-E463-2258AB88D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5451" y="2054226"/>
            <a:ext cx="7005638" cy="187483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Customer / Buyer / End User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Admin (owner of system)  </a:t>
            </a:r>
            <a:endParaRPr lang="en-IN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Seller (event / show organizer)</a:t>
            </a:r>
            <a:endParaRPr lang="en-IN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910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3743E-5ED1-52D8-2F73-4885A194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853282"/>
          </a:xfrm>
        </p:spPr>
        <p:txBody>
          <a:bodyPr>
            <a:normAutofit/>
          </a:bodyPr>
          <a:lstStyle/>
          <a:p>
            <a:pPr algn="ctr"/>
            <a:r>
              <a:rPr lang="en-IN" sz="3200" i="1" dirty="0">
                <a:solidFill>
                  <a:srgbClr val="000000"/>
                </a:solidFill>
                <a:effectLst/>
                <a:latin typeface="Arial Rounded MT Bold" panose="020F0704030504030204" pitchFamily="34" charset="0"/>
              </a:rPr>
              <a:t>ROLL OF SELLER :</a:t>
            </a:r>
            <a:endParaRPr lang="en-IN" sz="3200" i="1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5845A-AE18-3EA1-C10A-AF0D04C34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301" y="1583928"/>
            <a:ext cx="11315699" cy="5255816"/>
          </a:xfrm>
        </p:spPr>
        <p:txBody>
          <a:bodyPr>
            <a:normAutofit/>
          </a:bodyPr>
          <a:lstStyle/>
          <a:p>
            <a:pPr algn="l" fontAlgn="base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Seller must open the app or website, log in, and then choose the city.</a:t>
            </a:r>
          </a:p>
          <a:p>
            <a:pPr algn="l" fontAlgn="base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ow seller comes to the system's main page and clicks on list my show to register the event.</a:t>
            </a:r>
          </a:p>
          <a:p>
            <a:pPr algn="just" rtl="0" fontAlgn="base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Following that, the customer must choose the event type from the provided event list. Event list :</a:t>
            </a:r>
          </a:p>
          <a:p>
            <a:pPr marL="0" indent="0" algn="just" rtl="0" fontAlgn="base">
              <a:lnSpc>
                <a:spcPct val="120000"/>
              </a:lnSpc>
              <a:buNone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1.Online streaming  </a:t>
            </a:r>
          </a:p>
          <a:p>
            <a:pPr marL="0" indent="0" algn="just" rtl="0" fontAlgn="base">
              <a:lnSpc>
                <a:spcPct val="120000"/>
              </a:lnSpc>
              <a:buNone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2.Performance  </a:t>
            </a:r>
          </a:p>
          <a:p>
            <a:pPr marL="0" indent="0" algn="just" rtl="0" fontAlgn="base">
              <a:lnSpc>
                <a:spcPct val="12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3.Experiences</a:t>
            </a:r>
          </a:p>
          <a:p>
            <a:pPr marL="0" indent="0" algn="just" rtl="0" fontAlgn="base">
              <a:lnSpc>
                <a:spcPct val="12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4.Expositions </a:t>
            </a:r>
          </a:p>
          <a:p>
            <a:pPr marL="0" indent="0" algn="just" rtl="0" fontAlgn="base">
              <a:lnSpc>
                <a:spcPct val="120000"/>
              </a:lnSpc>
              <a:buNone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	5.Parties</a:t>
            </a:r>
          </a:p>
          <a:p>
            <a:pPr marL="0" indent="0" algn="just" rtl="0" fontAlgn="base">
              <a:lnSpc>
                <a:spcPct val="12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6.Sports            </a:t>
            </a:r>
          </a:p>
          <a:p>
            <a:pPr marL="0" indent="0" algn="just" rtl="0" fontAlgn="base">
              <a:lnSpc>
                <a:spcPct val="120000"/>
              </a:lnSpc>
              <a:buNone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   7.Conferences </a:t>
            </a:r>
          </a:p>
        </p:txBody>
      </p:sp>
    </p:spTree>
    <p:extLst>
      <p:ext uri="{BB962C8B-B14F-4D97-AF65-F5344CB8AC3E}">
        <p14:creationId xmlns:p14="http://schemas.microsoft.com/office/powerpoint/2010/main" val="2151960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88ACD-78BB-01A6-3754-D9970D93D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388" y="1425573"/>
            <a:ext cx="11377612" cy="5432427"/>
          </a:xfrm>
        </p:spPr>
        <p:txBody>
          <a:bodyPr>
            <a:normAutofit/>
          </a:bodyPr>
          <a:lstStyle/>
          <a:p>
            <a:pPr algn="just" rtl="0" fontAlgn="base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system provides organizers with a variety of services to support their events. detail of services :</a:t>
            </a:r>
          </a:p>
          <a:p>
            <a:pPr marL="0" indent="0" algn="just" rtl="0" fontAlgn="base">
              <a:lnSpc>
                <a:spcPct val="120000"/>
              </a:lnSpc>
              <a:buNone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 </a:t>
            </a:r>
            <a:r>
              <a:rPr lang="en-US" sz="200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)Online Sales &amp; Marketing. </a:t>
            </a:r>
          </a:p>
          <a:p>
            <a:pPr marL="0" indent="0" algn="just" rtl="0" fontAlgn="base">
              <a:lnSpc>
                <a:spcPct val="120000"/>
              </a:lnSpc>
              <a:buNone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 ii)Pricing.</a:t>
            </a:r>
          </a:p>
          <a:p>
            <a:pPr marL="0" indent="0" algn="just" rtl="0" fontAlgn="base">
              <a:buNone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iii)Food &amp; Beverages, stalls and the work.</a:t>
            </a:r>
          </a:p>
          <a:p>
            <a:pPr marL="0" indent="0" algn="just" rtl="0" fontAlgn="base">
              <a:buNone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iv)On ground support &amp; gate entry management.</a:t>
            </a:r>
          </a:p>
          <a:p>
            <a:pPr marL="0" indent="0" algn="just" rtl="0" fontAlgn="base"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v)Reports &amp; business insights.</a:t>
            </a:r>
          </a:p>
          <a:p>
            <a:pPr marL="0" indent="0" algn="just" rtl="0" fontAlgn="base"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vi) POS, RFID &amp;Turnstiles</a:t>
            </a:r>
          </a:p>
          <a:p>
            <a:pPr algn="l" fontAlgn="base"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After clicking on list my show, it will show you a confirmation form.</a:t>
            </a:r>
          </a:p>
          <a:p>
            <a:pPr algn="l" fontAlgn="base"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Seller must complete all event information requested on the form.</a:t>
            </a:r>
          </a:p>
          <a:p>
            <a:pPr algn="l" fontAlgn="base"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Seller will receive a validation email on tour registration mail id after providing the information in form ,event registered successfully.</a:t>
            </a:r>
          </a:p>
          <a:p>
            <a:pPr algn="l" fontAlgn="base">
              <a:buFont typeface="Wingdings" panose="05000000000000000000" pitchFamily="2" charset="2"/>
              <a:buChar char="Ø"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event will be properly recorded following verification.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8438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9168C-49B2-DD7B-8C40-1C1D0529C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288"/>
            <a:ext cx="12192000" cy="957264"/>
          </a:xfrm>
        </p:spPr>
        <p:txBody>
          <a:bodyPr>
            <a:noAutofit/>
          </a:bodyPr>
          <a:lstStyle/>
          <a:p>
            <a:pPr algn="ctr"/>
            <a:r>
              <a:rPr lang="en-US" sz="3200" b="1" i="1" spc="150" dirty="0">
                <a:solidFill>
                  <a:srgbClr val="000000"/>
                </a:solidFill>
                <a:effectLst/>
                <a:latin typeface="Arial Rounded MT Bold" panose="020F0704030504030204" pitchFamily="34" charset="0"/>
                <a:ea typeface="Calibri" panose="020F0502020204030204" pitchFamily="34" charset="0"/>
              </a:rPr>
              <a:t>ROLL OF ADMIN:</a:t>
            </a:r>
            <a:br>
              <a:rPr lang="en-IN" sz="3200" i="1" spc="150" dirty="0">
                <a:solidFill>
                  <a:srgbClr val="000000"/>
                </a:solidFill>
                <a:effectLst/>
                <a:latin typeface="Arial Rounded MT Bold" panose="020F0704030504030204" pitchFamily="34" charset="0"/>
                <a:ea typeface="Calibri" panose="020F0502020204030204" pitchFamily="34" charset="0"/>
              </a:rPr>
            </a:br>
            <a:endParaRPr lang="en-IN" sz="3200" i="1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17741-16EA-3550-9B5F-19D7E7560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82750"/>
            <a:ext cx="11049000" cy="5160962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000" spc="15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Admin has register- id in system using phone number, Gmail and other details.</a:t>
            </a:r>
            <a:endParaRPr lang="en-IN" sz="2000" spc="1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000" spc="15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Admin has to insert admin-id and password for login in admin system.</a:t>
            </a:r>
            <a:endParaRPr lang="en-IN" sz="2000" spc="1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000" spc="15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Admin check the user’s activities in system.</a:t>
            </a:r>
            <a:endParaRPr lang="en-IN" sz="2000" spc="1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000" spc="15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Admin check the user details and information which is provided by user. </a:t>
            </a:r>
            <a:endParaRPr lang="en-IN" sz="2000" spc="1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000" spc="15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Admin handles system which sends the O.T.P on user’s inserted phone number/Gmail.</a:t>
            </a:r>
            <a:endParaRPr lang="en-IN" sz="2000" spc="150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If User’s insert details are true then admin have to approve user registration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66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88368-D91E-8573-951B-75BF183E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7312" y="1685926"/>
            <a:ext cx="10834688" cy="5172074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000" spc="15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Admin contacts with organizer / seller who register their show / event on system.</a:t>
            </a:r>
            <a:endParaRPr lang="en-IN" sz="2000" spc="1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000" spc="15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Admin handle the system of insert new event/show details in system and delete the event/show details which already done.</a:t>
            </a:r>
            <a:endParaRPr lang="en-IN" sz="2000" spc="1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000" spc="15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Admin solve user’s query by providing information in help &amp; support option. </a:t>
            </a:r>
            <a:endParaRPr lang="en-IN" sz="2000" spc="1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000" spc="15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Admin provide information of shows, theater and events to users.</a:t>
            </a:r>
            <a:endParaRPr lang="en-IN" sz="2000" spc="1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735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77B37-206C-46E7-DDDB-0881F404F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071563"/>
          </a:xfrm>
        </p:spPr>
        <p:txBody>
          <a:bodyPr>
            <a:normAutofit/>
          </a:bodyPr>
          <a:lstStyle/>
          <a:p>
            <a:pPr algn="ctr"/>
            <a:r>
              <a:rPr lang="en-IN" sz="3200" i="1" dirty="0">
                <a:solidFill>
                  <a:srgbClr val="000000"/>
                </a:solidFill>
                <a:effectLst/>
                <a:latin typeface="Arial Rounded MT Bold" panose="020F0704030504030204" pitchFamily="34" charset="0"/>
              </a:rPr>
              <a:t>ROLL OF CUSTOMER :</a:t>
            </a:r>
            <a:endParaRPr lang="en-IN" sz="3200" i="1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4AC5F-5DD6-0C8D-23AB-08AC59A88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456" y="1785939"/>
            <a:ext cx="11589544" cy="5072061"/>
          </a:xfrm>
        </p:spPr>
        <p:txBody>
          <a:bodyPr>
            <a:normAutofit fontScale="92500"/>
          </a:bodyPr>
          <a:lstStyle/>
          <a:p>
            <a:pPr algn="just" rtl="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customer must obtain the software from the Google Play Store or a direct website.</a:t>
            </a:r>
          </a:p>
          <a:p>
            <a:pPr algn="just" rtl="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There are 3 ways to sign in:</a:t>
            </a:r>
          </a:p>
          <a:p>
            <a:pPr marL="0" indent="0" algn="just" rtl="0" fontAlgn="base">
              <a:lnSpc>
                <a:spcPct val="150000"/>
              </a:lnSpc>
              <a:buNone/>
            </a:pPr>
            <a:r>
              <a:rPr lang="en-US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1) Google account 2) E-mail 3) Smart phone OR The customer may choose to skip it at this time.</a:t>
            </a:r>
          </a:p>
          <a:p>
            <a:pPr algn="just" rtl="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user must accept the OTP that the system sends when they choose a certain method of authentication and enter it.</a:t>
            </a:r>
            <a:endParaRPr lang="en-US" sz="22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rtl="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After logging in, the user can choose to instantly identify their location or skip it.</a:t>
            </a:r>
          </a:p>
          <a:p>
            <a:pPr algn="just" rtl="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Customer will arrive at the main screen and can see different opt-ins on the top search icon, notification, QR code scanner, and on the bottom home, event, and profile.</a:t>
            </a:r>
          </a:p>
          <a:p>
            <a:pPr marL="0" indent="0">
              <a:buNone/>
            </a:pPr>
            <a:br>
              <a:rPr lang="en-US" dirty="0">
                <a:effectLst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1652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65B7C-B4A2-3869-C874-D5E4EA3B9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937" y="1400175"/>
            <a:ext cx="11930063" cy="5457825"/>
          </a:xfrm>
        </p:spPr>
        <p:txBody>
          <a:bodyPr>
            <a:normAutofit/>
          </a:bodyPr>
          <a:lstStyle/>
          <a:p>
            <a:pPr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Customers must now choose between searching for movies or theatres; if they look for movies, they must then choose a theater then, the buyer must choose a showtime and seats.</a:t>
            </a:r>
          </a:p>
          <a:p>
            <a:pPr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Once a choice is made, the overall cost of the tickets and an invoice with all relevant information are displayed.</a:t>
            </a:r>
          </a:p>
          <a:p>
            <a:pPr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customer must now pay using one of the accepted methods.</a:t>
            </a:r>
          </a:p>
          <a:p>
            <a:pPr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Accepted methods:          </a:t>
            </a:r>
            <a:r>
              <a:rPr lang="en-US" sz="200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)UPI  ii)Net Banking  iii)Credit/debit card  iv) Cash.</a:t>
            </a:r>
          </a:p>
          <a:p>
            <a:pPr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client must enter the information for the preferred payment option.</a:t>
            </a:r>
          </a:p>
          <a:p>
            <a:pPr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Customer receives an e-ticket that they must present at the time of show.</a:t>
            </a:r>
          </a:p>
          <a:p>
            <a:pPr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Additionally, customers can view movies online by purchasing it.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6615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F56F8-EFC9-12E7-F0AD-879F7F987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2875"/>
            <a:ext cx="12192000" cy="814387"/>
          </a:xfrm>
        </p:spPr>
        <p:txBody>
          <a:bodyPr>
            <a:noAutofit/>
          </a:bodyPr>
          <a:lstStyle/>
          <a:p>
            <a:pPr algn="ctr"/>
            <a:r>
              <a:rPr lang="en-US" sz="3200" i="1" cap="all" dirty="0">
                <a:solidFill>
                  <a:srgbClr val="000000"/>
                </a:solidFill>
                <a:effectLst/>
                <a:latin typeface="Arial Rounded MT Bold" panose="020F0704030504030204" pitchFamily="34" charset="0"/>
              </a:rPr>
              <a:t>FACILITY</a:t>
            </a:r>
            <a:br>
              <a:rPr lang="en-US" sz="3200" i="1" cap="all" dirty="0">
                <a:solidFill>
                  <a:srgbClr val="000000"/>
                </a:solidFill>
                <a:effectLst/>
                <a:latin typeface="Arial Rounded MT Bold" panose="020F0704030504030204" pitchFamily="34" charset="0"/>
              </a:rPr>
            </a:br>
            <a:endParaRPr lang="en-IN" sz="3200" i="1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C2257-6D35-4E56-DB99-A365423B7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324" y="1814512"/>
            <a:ext cx="11115676" cy="5043488"/>
          </a:xfrm>
        </p:spPr>
        <p:txBody>
          <a:bodyPr>
            <a:normAutofit/>
          </a:bodyPr>
          <a:lstStyle/>
          <a:p>
            <a:pPr algn="just" rtl="0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Exclusive offers &amp; discounts on booking cinema or show.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Rewards on booking movies.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Provide various offers like     PAYTM CASHBACK, discount on selected BANK cards etc.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Provide buying gift card on discount.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 food &amp; beverage on best discount.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Help &amp; Support Option for solve user conflict like: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Refund process.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Cancellation process.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queries.</a:t>
            </a:r>
          </a:p>
        </p:txBody>
      </p:sp>
    </p:spTree>
    <p:extLst>
      <p:ext uri="{BB962C8B-B14F-4D97-AF65-F5344CB8AC3E}">
        <p14:creationId xmlns:p14="http://schemas.microsoft.com/office/powerpoint/2010/main" val="4140683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167FE-FFC5-72D3-CC12-798453225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896145"/>
          </a:xfrm>
        </p:spPr>
        <p:txBody>
          <a:bodyPr>
            <a:normAutofit/>
          </a:bodyPr>
          <a:lstStyle/>
          <a:p>
            <a:pPr algn="ctr"/>
            <a:r>
              <a:rPr lang="en-IN" sz="3200" b="0" i="0" cap="all" dirty="0">
                <a:solidFill>
                  <a:srgbClr val="000000"/>
                </a:solidFill>
                <a:effectLst/>
                <a:latin typeface="Arial Rounded MT Bold" panose="020F0704030504030204" pitchFamily="34" charset="0"/>
              </a:rPr>
              <a:t>CANCELLATION PROCESS</a:t>
            </a:r>
            <a:endParaRPr lang="en-IN" sz="3200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827D2-9B63-547A-7247-C632546C8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2537" y="1954212"/>
            <a:ext cx="10277476" cy="4075113"/>
          </a:xfrm>
        </p:spPr>
        <p:txBody>
          <a:bodyPr>
            <a:normAutofit fontScale="70000" lnSpcReduction="20000"/>
          </a:bodyPr>
          <a:lstStyle/>
          <a:p>
            <a:pPr algn="l" fontAlgn="base">
              <a:lnSpc>
                <a:spcPct val="170000"/>
              </a:lnSpc>
            </a:pPr>
            <a:r>
              <a:rPr lang="en-US" sz="32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Four hours before the performance, you can withdraw your ticket ,and the refund will be processed in accordance with the cancellation policy.</a:t>
            </a:r>
          </a:p>
          <a:p>
            <a:pPr algn="l" fontAlgn="base">
              <a:lnSpc>
                <a:spcPct val="170000"/>
              </a:lnSpc>
            </a:pPr>
            <a:r>
              <a:rPr lang="en-US" sz="32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have 2 way to get refund :</a:t>
            </a:r>
          </a:p>
          <a:p>
            <a:pPr marL="742950" indent="-742950" algn="l" fontAlgn="base">
              <a:lnSpc>
                <a:spcPct val="170000"/>
              </a:lnSpc>
              <a:buFont typeface="+mj-lt"/>
              <a:buAutoNum type="arabicPeriod"/>
            </a:pPr>
            <a:r>
              <a:rPr lang="en-US" sz="32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 My Show Cash : In Book My Cash refund processed within 2 hours and credit valid for 2 hours.</a:t>
            </a:r>
          </a:p>
          <a:p>
            <a:pPr marL="742950" indent="-742950" algn="l" fontAlgn="base">
              <a:lnSpc>
                <a:spcPct val="170000"/>
              </a:lnSpc>
              <a:buFont typeface="+mj-lt"/>
              <a:buAutoNum type="arabicPeriod"/>
            </a:pPr>
            <a:r>
              <a:rPr lang="en-US" sz="32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Original source : Refund processed in host account with in 5 to 7 working days.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685253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61</TotalTime>
  <Words>907</Words>
  <Application>Microsoft Office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7" baseType="lpstr">
      <vt:lpstr>Akaya Telivigala</vt:lpstr>
      <vt:lpstr>Algerian</vt:lpstr>
      <vt:lpstr>Alice</vt:lpstr>
      <vt:lpstr>Alike</vt:lpstr>
      <vt:lpstr>Arial</vt:lpstr>
      <vt:lpstr>Arial Rounded MT Bold</vt:lpstr>
      <vt:lpstr>Baloo Chettan 2</vt:lpstr>
      <vt:lpstr>Bellefair</vt:lpstr>
      <vt:lpstr>Calibri</vt:lpstr>
      <vt:lpstr>Calistoga</vt:lpstr>
      <vt:lpstr>Century Gothic</vt:lpstr>
      <vt:lpstr>Symbol</vt:lpstr>
      <vt:lpstr>Wingdings</vt:lpstr>
      <vt:lpstr>Wingdings 3</vt:lpstr>
      <vt:lpstr>Wisp</vt:lpstr>
      <vt:lpstr>PowerPoint Presentation</vt:lpstr>
      <vt:lpstr>PowerPoint Presentation</vt:lpstr>
      <vt:lpstr>PURPOSE SYSTEM OF BOOK MY SHOW : </vt:lpstr>
      <vt:lpstr>USER’S TYPE:                      </vt:lpstr>
      <vt:lpstr>ROLL OF SELLER :</vt:lpstr>
      <vt:lpstr>PowerPoint Presentation</vt:lpstr>
      <vt:lpstr>ROLL OF ADMIN: </vt:lpstr>
      <vt:lpstr>PowerPoint Presentation</vt:lpstr>
      <vt:lpstr>ROLL OF CUSTOMER :</vt:lpstr>
      <vt:lpstr>PowerPoint Presentation</vt:lpstr>
      <vt:lpstr>FACILITY </vt:lpstr>
      <vt:lpstr>CANCELLATION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PURPOSE OF SYSTEM: </dc:title>
  <dc:creator>Kishan Bhatt</dc:creator>
  <cp:lastModifiedBy>Kishan Bhatt</cp:lastModifiedBy>
  <cp:revision>19</cp:revision>
  <dcterms:created xsi:type="dcterms:W3CDTF">2023-03-01T08:57:05Z</dcterms:created>
  <dcterms:modified xsi:type="dcterms:W3CDTF">2023-08-04T18:02:51Z</dcterms:modified>
</cp:coreProperties>
</file>