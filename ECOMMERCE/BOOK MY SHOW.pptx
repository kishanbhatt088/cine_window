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3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4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  <p:sldMasterId id="2147483799" r:id="rId2"/>
    <p:sldMasterId id="2147483817" r:id="rId3"/>
    <p:sldMasterId id="2147483835" r:id="rId4"/>
    <p:sldMasterId id="2147483847" r:id="rId5"/>
  </p:sldMasterIdLst>
  <p:notesMasterIdLst>
    <p:notesMasterId r:id="rId44"/>
  </p:notesMasterIdLst>
  <p:sldIdLst>
    <p:sldId id="256" r:id="rId6"/>
    <p:sldId id="258" r:id="rId7"/>
    <p:sldId id="259" r:id="rId8"/>
    <p:sldId id="291" r:id="rId9"/>
    <p:sldId id="292" r:id="rId10"/>
    <p:sldId id="261" r:id="rId11"/>
    <p:sldId id="260" r:id="rId12"/>
    <p:sldId id="275" r:id="rId13"/>
    <p:sldId id="262" r:id="rId14"/>
    <p:sldId id="263" r:id="rId15"/>
    <p:sldId id="264" r:id="rId16"/>
    <p:sldId id="265" r:id="rId17"/>
    <p:sldId id="267" r:id="rId18"/>
    <p:sldId id="268" r:id="rId19"/>
    <p:sldId id="266" r:id="rId20"/>
    <p:sldId id="269" r:id="rId21"/>
    <p:sldId id="293" r:id="rId22"/>
    <p:sldId id="270" r:id="rId23"/>
    <p:sldId id="276" r:id="rId24"/>
    <p:sldId id="277" r:id="rId25"/>
    <p:sldId id="278" r:id="rId26"/>
    <p:sldId id="279" r:id="rId27"/>
    <p:sldId id="272" r:id="rId28"/>
    <p:sldId id="273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4" r:id="rId41"/>
    <p:sldId id="295" r:id="rId42"/>
    <p:sldId id="274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C98F0172-C5D8-4B7B-8774-C29CFC76DF41}">
          <p14:sldIdLst>
            <p14:sldId id="256"/>
            <p14:sldId id="258"/>
            <p14:sldId id="259"/>
            <p14:sldId id="291"/>
            <p14:sldId id="292"/>
            <p14:sldId id="261"/>
            <p14:sldId id="260"/>
            <p14:sldId id="275"/>
            <p14:sldId id="262"/>
            <p14:sldId id="263"/>
            <p14:sldId id="264"/>
            <p14:sldId id="265"/>
            <p14:sldId id="267"/>
            <p14:sldId id="268"/>
            <p14:sldId id="266"/>
            <p14:sldId id="269"/>
            <p14:sldId id="293"/>
            <p14:sldId id="270"/>
            <p14:sldId id="276"/>
            <p14:sldId id="277"/>
            <p14:sldId id="278"/>
            <p14:sldId id="279"/>
            <p14:sldId id="272"/>
            <p14:sldId id="273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4"/>
            <p14:sldId id="295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ishan Bhatt" initials="KB" lastIdx="1" clrIdx="0">
    <p:extLst>
      <p:ext uri="{19B8F6BF-5375-455C-9EA6-DF929625EA0E}">
        <p15:presenceInfo xmlns:p15="http://schemas.microsoft.com/office/powerpoint/2012/main" userId="8e81ac65a25cbee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62" autoAdjust="0"/>
    <p:restoredTop sz="86853" autoAdjust="0"/>
  </p:normalViewPr>
  <p:slideViewPr>
    <p:cSldViewPr snapToGrid="0">
      <p:cViewPr varScale="1">
        <p:scale>
          <a:sx n="58" d="100"/>
          <a:sy n="58" d="100"/>
        </p:scale>
        <p:origin x="1296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viewProps" Target="viewProp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commentAuthors" Target="commentAuthor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theme" Target="theme/theme1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presProps" Target="pres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2-11-29T11:35:27.772" idx="1">
    <p:pos x="10" y="10"/>
    <p:text/>
    <p:extLst>
      <p:ext uri="{C676402C-5697-4E1C-873F-D02D1690AC5C}">
        <p15:threadingInfo xmlns:p15="http://schemas.microsoft.com/office/powerpoint/2012/main" timeZoneBias="-330"/>
      </p:ext>
    </p:extLst>
  </p:cm>
</p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6067380-F0A0-4D29-BF96-4DE2553A21D1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1B30614E-5EB1-4512-8945-774CE2F16A34}">
      <dgm:prSet phldrT="[Text]"/>
      <dgm:spPr/>
      <dgm:t>
        <a:bodyPr/>
        <a:lstStyle/>
        <a:p>
          <a:r>
            <a:rPr lang="en-US" dirty="0"/>
            <a:t>Go For Ticketing </a:t>
          </a:r>
        </a:p>
      </dgm:t>
    </dgm:pt>
    <dgm:pt modelId="{D1F99D47-C57A-4BC6-B509-8A2D94180471}" type="parTrans" cxnId="{9B55E0A2-8756-450E-8DD8-068CE2EBB70C}">
      <dgm:prSet/>
      <dgm:spPr/>
      <dgm:t>
        <a:bodyPr/>
        <a:lstStyle/>
        <a:p>
          <a:endParaRPr lang="en-US"/>
        </a:p>
      </dgm:t>
    </dgm:pt>
    <dgm:pt modelId="{4F319F06-ECB0-4B66-BAF2-6A2F1827D170}" type="sibTrans" cxnId="{9B55E0A2-8756-450E-8DD8-068CE2EBB70C}">
      <dgm:prSet/>
      <dgm:spPr/>
      <dgm:t>
        <a:bodyPr/>
        <a:lstStyle/>
        <a:p>
          <a:endParaRPr lang="en-US"/>
        </a:p>
      </dgm:t>
    </dgm:pt>
    <dgm:pt modelId="{5475C757-1FE1-420B-8AD9-05345E941E7E}">
      <dgm:prSet phldrT="[Text]"/>
      <dgm:spPr/>
      <dgm:t>
        <a:bodyPr/>
        <a:lstStyle/>
        <a:p>
          <a:r>
            <a:rPr lang="en-US" dirty="0"/>
            <a:t>Book My Show</a:t>
          </a:r>
        </a:p>
      </dgm:t>
    </dgm:pt>
    <dgm:pt modelId="{EF561FA5-B4DF-4885-82AA-7CC52BE12832}" type="parTrans" cxnId="{BD16DD04-61FF-4EFA-B373-47AAF3CE5018}">
      <dgm:prSet/>
      <dgm:spPr/>
      <dgm:t>
        <a:bodyPr/>
        <a:lstStyle/>
        <a:p>
          <a:endParaRPr lang="en-US"/>
        </a:p>
      </dgm:t>
    </dgm:pt>
    <dgm:pt modelId="{CFABBF01-DD7D-41D0-A909-DCE381F022A7}" type="sibTrans" cxnId="{BD16DD04-61FF-4EFA-B373-47AAF3CE5018}">
      <dgm:prSet/>
      <dgm:spPr/>
      <dgm:t>
        <a:bodyPr/>
        <a:lstStyle/>
        <a:p>
          <a:endParaRPr lang="en-US"/>
        </a:p>
      </dgm:t>
    </dgm:pt>
    <dgm:pt modelId="{FC937085-EAF1-473D-9B9B-BAEC23B324B3}">
      <dgm:prSet phldrT="[Text]"/>
      <dgm:spPr/>
      <dgm:t>
        <a:bodyPr/>
        <a:lstStyle/>
        <a:p>
          <a:r>
            <a:rPr lang="en-US" dirty="0"/>
            <a:t>India Ticketing (2002)</a:t>
          </a:r>
        </a:p>
      </dgm:t>
    </dgm:pt>
    <dgm:pt modelId="{6F9DA98F-7A2D-4371-B1A8-B8DE6F8070DC}" type="sibTrans" cxnId="{91208B70-3BC9-46C6-AB4E-555E58B74BD5}">
      <dgm:prSet/>
      <dgm:spPr/>
      <dgm:t>
        <a:bodyPr/>
        <a:lstStyle/>
        <a:p>
          <a:endParaRPr lang="en-US"/>
        </a:p>
      </dgm:t>
    </dgm:pt>
    <dgm:pt modelId="{6B8B5541-E4F5-4D3F-BB85-D17DD724724A}" type="parTrans" cxnId="{91208B70-3BC9-46C6-AB4E-555E58B74BD5}">
      <dgm:prSet/>
      <dgm:spPr/>
      <dgm:t>
        <a:bodyPr/>
        <a:lstStyle/>
        <a:p>
          <a:endParaRPr lang="en-US"/>
        </a:p>
      </dgm:t>
    </dgm:pt>
    <dgm:pt modelId="{EE9D6B2B-BE91-4A2A-92A2-92B18521FBAD}" type="pres">
      <dgm:prSet presAssocID="{16067380-F0A0-4D29-BF96-4DE2553A21D1}" presName="Name0" presStyleCnt="0">
        <dgm:presLayoutVars>
          <dgm:dir/>
          <dgm:animLvl val="lvl"/>
          <dgm:resizeHandles val="exact"/>
        </dgm:presLayoutVars>
      </dgm:prSet>
      <dgm:spPr/>
    </dgm:pt>
    <dgm:pt modelId="{66622405-D032-4BAC-94E4-CFD8337F10A5}" type="pres">
      <dgm:prSet presAssocID="{1B30614E-5EB1-4512-8945-774CE2F16A34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81267306-E3F1-4A22-9289-F1C9B31FDADB}" type="pres">
      <dgm:prSet presAssocID="{4F319F06-ECB0-4B66-BAF2-6A2F1827D170}" presName="parTxOnlySpace" presStyleCnt="0"/>
      <dgm:spPr/>
    </dgm:pt>
    <dgm:pt modelId="{4B5C1552-885F-4517-B5B5-1D29FB9757EE}" type="pres">
      <dgm:prSet presAssocID="{FC937085-EAF1-473D-9B9B-BAEC23B324B3}" presName="parTxOnly" presStyleLbl="node1" presStyleIdx="1" presStyleCnt="3" custLinFactNeighborX="0" custLinFactNeighborY="292">
        <dgm:presLayoutVars>
          <dgm:chMax val="0"/>
          <dgm:chPref val="0"/>
          <dgm:bulletEnabled val="1"/>
        </dgm:presLayoutVars>
      </dgm:prSet>
      <dgm:spPr/>
    </dgm:pt>
    <dgm:pt modelId="{AFCC8938-FFC7-447C-862A-B288EE074874}" type="pres">
      <dgm:prSet presAssocID="{6F9DA98F-7A2D-4371-B1A8-B8DE6F8070DC}" presName="parTxOnlySpace" presStyleCnt="0"/>
      <dgm:spPr/>
    </dgm:pt>
    <dgm:pt modelId="{4D9C4AF5-0C64-4E3A-8744-E183F8BD69AC}" type="pres">
      <dgm:prSet presAssocID="{5475C757-1FE1-420B-8AD9-05345E941E7E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BD16DD04-61FF-4EFA-B373-47AAF3CE5018}" srcId="{16067380-F0A0-4D29-BF96-4DE2553A21D1}" destId="{5475C757-1FE1-420B-8AD9-05345E941E7E}" srcOrd="2" destOrd="0" parTransId="{EF561FA5-B4DF-4885-82AA-7CC52BE12832}" sibTransId="{CFABBF01-DD7D-41D0-A909-DCE381F022A7}"/>
    <dgm:cxn modelId="{3DE5FA13-1684-4509-BF76-382932749DC3}" type="presOf" srcId="{16067380-F0A0-4D29-BF96-4DE2553A21D1}" destId="{EE9D6B2B-BE91-4A2A-92A2-92B18521FBAD}" srcOrd="0" destOrd="0" presId="urn:microsoft.com/office/officeart/2005/8/layout/chevron1"/>
    <dgm:cxn modelId="{8D2F4263-6B14-4C79-9860-82F376C6D060}" type="presOf" srcId="{1B30614E-5EB1-4512-8945-774CE2F16A34}" destId="{66622405-D032-4BAC-94E4-CFD8337F10A5}" srcOrd="0" destOrd="0" presId="urn:microsoft.com/office/officeart/2005/8/layout/chevron1"/>
    <dgm:cxn modelId="{91208B70-3BC9-46C6-AB4E-555E58B74BD5}" srcId="{16067380-F0A0-4D29-BF96-4DE2553A21D1}" destId="{FC937085-EAF1-473D-9B9B-BAEC23B324B3}" srcOrd="1" destOrd="0" parTransId="{6B8B5541-E4F5-4D3F-BB85-D17DD724724A}" sibTransId="{6F9DA98F-7A2D-4371-B1A8-B8DE6F8070DC}"/>
    <dgm:cxn modelId="{F0DBD49E-4ACA-4BFB-A19F-EACBA28BF000}" type="presOf" srcId="{FC937085-EAF1-473D-9B9B-BAEC23B324B3}" destId="{4B5C1552-885F-4517-B5B5-1D29FB9757EE}" srcOrd="0" destOrd="0" presId="urn:microsoft.com/office/officeart/2005/8/layout/chevron1"/>
    <dgm:cxn modelId="{9B55E0A2-8756-450E-8DD8-068CE2EBB70C}" srcId="{16067380-F0A0-4D29-BF96-4DE2553A21D1}" destId="{1B30614E-5EB1-4512-8945-774CE2F16A34}" srcOrd="0" destOrd="0" parTransId="{D1F99D47-C57A-4BC6-B509-8A2D94180471}" sibTransId="{4F319F06-ECB0-4B66-BAF2-6A2F1827D170}"/>
    <dgm:cxn modelId="{E1158DB4-E99B-42D4-9F46-86BEACD2514A}" type="presOf" srcId="{5475C757-1FE1-420B-8AD9-05345E941E7E}" destId="{4D9C4AF5-0C64-4E3A-8744-E183F8BD69AC}" srcOrd="0" destOrd="0" presId="urn:microsoft.com/office/officeart/2005/8/layout/chevron1"/>
    <dgm:cxn modelId="{31337274-A7EC-4E51-8C7B-81487EB2BE66}" type="presParOf" srcId="{EE9D6B2B-BE91-4A2A-92A2-92B18521FBAD}" destId="{66622405-D032-4BAC-94E4-CFD8337F10A5}" srcOrd="0" destOrd="0" presId="urn:microsoft.com/office/officeart/2005/8/layout/chevron1"/>
    <dgm:cxn modelId="{E8833B0C-4887-4C0D-9A33-8F24DED93AC8}" type="presParOf" srcId="{EE9D6B2B-BE91-4A2A-92A2-92B18521FBAD}" destId="{81267306-E3F1-4A22-9289-F1C9B31FDADB}" srcOrd="1" destOrd="0" presId="urn:microsoft.com/office/officeart/2005/8/layout/chevron1"/>
    <dgm:cxn modelId="{786852B5-4125-4688-B840-F5DFEDE57FE1}" type="presParOf" srcId="{EE9D6B2B-BE91-4A2A-92A2-92B18521FBAD}" destId="{4B5C1552-885F-4517-B5B5-1D29FB9757EE}" srcOrd="2" destOrd="0" presId="urn:microsoft.com/office/officeart/2005/8/layout/chevron1"/>
    <dgm:cxn modelId="{3B4ECB0D-ED1F-45EB-B190-1E415CA0714B}" type="presParOf" srcId="{EE9D6B2B-BE91-4A2A-92A2-92B18521FBAD}" destId="{AFCC8938-FFC7-447C-862A-B288EE074874}" srcOrd="3" destOrd="0" presId="urn:microsoft.com/office/officeart/2005/8/layout/chevron1"/>
    <dgm:cxn modelId="{2B684D97-B4D1-4D05-9E94-6615AA883DAC}" type="presParOf" srcId="{EE9D6B2B-BE91-4A2A-92A2-92B18521FBAD}" destId="{4D9C4AF5-0C64-4E3A-8744-E183F8BD69AC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622405-D032-4BAC-94E4-CFD8337F10A5}">
      <dsp:nvSpPr>
        <dsp:cNvPr id="0" name=""/>
        <dsp:cNvSpPr/>
      </dsp:nvSpPr>
      <dsp:spPr>
        <a:xfrm>
          <a:off x="2589" y="2043056"/>
          <a:ext cx="3154774" cy="126190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Go For Ticketing </a:t>
          </a:r>
        </a:p>
      </dsp:txBody>
      <dsp:txXfrm>
        <a:off x="633544" y="2043056"/>
        <a:ext cx="1892865" cy="1261909"/>
      </dsp:txXfrm>
    </dsp:sp>
    <dsp:sp modelId="{4B5C1552-885F-4517-B5B5-1D29FB9757EE}">
      <dsp:nvSpPr>
        <dsp:cNvPr id="0" name=""/>
        <dsp:cNvSpPr/>
      </dsp:nvSpPr>
      <dsp:spPr>
        <a:xfrm>
          <a:off x="2841886" y="2046741"/>
          <a:ext cx="3154774" cy="126190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India Ticketing (2002)</a:t>
          </a:r>
        </a:p>
      </dsp:txBody>
      <dsp:txXfrm>
        <a:off x="3472841" y="2046741"/>
        <a:ext cx="1892865" cy="1261909"/>
      </dsp:txXfrm>
    </dsp:sp>
    <dsp:sp modelId="{4D9C4AF5-0C64-4E3A-8744-E183F8BD69AC}">
      <dsp:nvSpPr>
        <dsp:cNvPr id="0" name=""/>
        <dsp:cNvSpPr/>
      </dsp:nvSpPr>
      <dsp:spPr>
        <a:xfrm>
          <a:off x="5681183" y="2043056"/>
          <a:ext cx="3154774" cy="126190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Book My Show</a:t>
          </a:r>
        </a:p>
      </dsp:txBody>
      <dsp:txXfrm>
        <a:off x="6312138" y="2043056"/>
        <a:ext cx="1892865" cy="12619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23D89E-3E7E-4CC9-8085-7B681F3CB399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907909-3A20-4749-8A65-351F01E4B0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42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907909-3A20-4749-8A65-351F01E4B03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294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907909-3A20-4749-8A65-351F01E4B03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004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907909-3A20-4749-8A65-351F01E4B03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0699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907909-3A20-4749-8A65-351F01E4B03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7350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499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179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616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43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885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874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541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739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50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221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897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924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569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441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819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335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175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669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063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027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625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603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108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2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869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686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029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508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63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933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548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812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424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390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759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853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780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656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019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511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189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543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882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947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006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64144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142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737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473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643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457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4082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6493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3584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5410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358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9050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880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9280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7514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058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9870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862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195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838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647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829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25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53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030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279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51543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2510209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21477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58918662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13130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005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191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7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17" Type="http://schemas.openxmlformats.org/officeDocument/2006/relationships/slideLayout" Target="../slideLayouts/slideLayout51.xml"/><Relationship Id="rId2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50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44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image" Target="../media/image5.jpg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0.xml"/><Relationship Id="rId13" Type="http://schemas.openxmlformats.org/officeDocument/2006/relationships/slideLayout" Target="../slideLayouts/slideLayout75.xml"/><Relationship Id="rId3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4.xml"/><Relationship Id="rId17" Type="http://schemas.openxmlformats.org/officeDocument/2006/relationships/theme" Target="../theme/theme5.xml"/><Relationship Id="rId2" Type="http://schemas.openxmlformats.org/officeDocument/2006/relationships/slideLayout" Target="../slideLayouts/slideLayout64.xml"/><Relationship Id="rId16" Type="http://schemas.openxmlformats.org/officeDocument/2006/relationships/slideLayout" Target="../slideLayouts/slideLayout78.xml"/><Relationship Id="rId1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73.xml"/><Relationship Id="rId5" Type="http://schemas.openxmlformats.org/officeDocument/2006/relationships/slideLayout" Target="../slideLayouts/slideLayout67.xml"/><Relationship Id="rId15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72.xml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Relationship Id="rId14" Type="http://schemas.openxmlformats.org/officeDocument/2006/relationships/slideLayout" Target="../slideLayouts/slideLayout7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580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  <p:sldLayoutId id="2147483778" r:id="rId16"/>
    <p:sldLayoutId id="2147483779" r:id="rId17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840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07" r:id="rId8"/>
    <p:sldLayoutId id="2147483808" r:id="rId9"/>
    <p:sldLayoutId id="2147483809" r:id="rId10"/>
    <p:sldLayoutId id="2147483810" r:id="rId11"/>
    <p:sldLayoutId id="2147483811" r:id="rId12"/>
    <p:sldLayoutId id="2147483812" r:id="rId13"/>
    <p:sldLayoutId id="2147483813" r:id="rId14"/>
    <p:sldLayoutId id="2147483814" r:id="rId15"/>
    <p:sldLayoutId id="2147483815" r:id="rId16"/>
    <p:sldLayoutId id="2147483816" r:id="rId17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1686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8" r:id="rId1"/>
    <p:sldLayoutId id="2147483819" r:id="rId2"/>
    <p:sldLayoutId id="2147483820" r:id="rId3"/>
    <p:sldLayoutId id="2147483821" r:id="rId4"/>
    <p:sldLayoutId id="2147483822" r:id="rId5"/>
    <p:sldLayoutId id="2147483823" r:id="rId6"/>
    <p:sldLayoutId id="2147483824" r:id="rId7"/>
    <p:sldLayoutId id="2147483825" r:id="rId8"/>
    <p:sldLayoutId id="2147483826" r:id="rId9"/>
    <p:sldLayoutId id="2147483827" r:id="rId10"/>
    <p:sldLayoutId id="2147483828" r:id="rId11"/>
    <p:sldLayoutId id="2147483829" r:id="rId12"/>
    <p:sldLayoutId id="2147483830" r:id="rId13"/>
    <p:sldLayoutId id="2147483831" r:id="rId14"/>
    <p:sldLayoutId id="2147483832" r:id="rId15"/>
    <p:sldLayoutId id="2147483833" r:id="rId16"/>
    <p:sldLayoutId id="2147483834" r:id="rId17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2912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6" r:id="rId1"/>
    <p:sldLayoutId id="2147483837" r:id="rId2"/>
    <p:sldLayoutId id="2147483838" r:id="rId3"/>
    <p:sldLayoutId id="2147483839" r:id="rId4"/>
    <p:sldLayoutId id="2147483840" r:id="rId5"/>
    <p:sldLayoutId id="2147483841" r:id="rId6"/>
    <p:sldLayoutId id="2147483842" r:id="rId7"/>
    <p:sldLayoutId id="2147483843" r:id="rId8"/>
    <p:sldLayoutId id="2147483844" r:id="rId9"/>
    <p:sldLayoutId id="2147483845" r:id="rId10"/>
    <p:sldLayoutId id="2147483846" r:id="rId11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68A3D6-6C12-43D1-A3A6-ECD10944E244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5B6969AF-8B0F-4A87-B6F6-CEDCF4A0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972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  <p:sldLayoutId id="2147483853" r:id="rId6"/>
    <p:sldLayoutId id="2147483854" r:id="rId7"/>
    <p:sldLayoutId id="2147483855" r:id="rId8"/>
    <p:sldLayoutId id="2147483856" r:id="rId9"/>
    <p:sldLayoutId id="2147483857" r:id="rId10"/>
    <p:sldLayoutId id="2147483858" r:id="rId11"/>
    <p:sldLayoutId id="2147483859" r:id="rId12"/>
    <p:sldLayoutId id="2147483860" r:id="rId13"/>
    <p:sldLayoutId id="2147483861" r:id="rId14"/>
    <p:sldLayoutId id="2147483862" r:id="rId15"/>
    <p:sldLayoutId id="2147483863" r:id="rId16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6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in.bookmyshow.com/" TargetMode="Externa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8.png"/><Relationship Id="rId5" Type="http://schemas.openxmlformats.org/officeDocument/2006/relationships/image" Target="../media/image12.jp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6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6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23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6.png"/><Relationship Id="rId4" Type="http://schemas.openxmlformats.org/officeDocument/2006/relationships/image" Target="../media/image25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6.png"/><Relationship Id="rId5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6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4.png"/><Relationship Id="rId5" Type="http://schemas.openxmlformats.org/officeDocument/2006/relationships/image" Target="../media/image6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6.png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35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37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39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3.xml"/><Relationship Id="rId5" Type="http://schemas.openxmlformats.org/officeDocument/2006/relationships/comments" Target="../comments/comment1.xml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4.xml"/><Relationship Id="rId6" Type="http://schemas.openxmlformats.org/officeDocument/2006/relationships/image" Target="../media/image6.png"/><Relationship Id="rId5" Type="http://schemas.openxmlformats.org/officeDocument/2006/relationships/image" Target="../media/image18.png"/><Relationship Id="rId4" Type="http://schemas.openxmlformats.org/officeDocument/2006/relationships/image" Target="../media/image4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4.xml"/><Relationship Id="rId5" Type="http://schemas.openxmlformats.org/officeDocument/2006/relationships/image" Target="../media/image6.png"/><Relationship Id="rId4" Type="http://schemas.openxmlformats.org/officeDocument/2006/relationships/image" Target="../media/image4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4.xml"/><Relationship Id="rId4" Type="http://schemas.openxmlformats.org/officeDocument/2006/relationships/image" Target="../media/image5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64.xml"/><Relationship Id="rId4" Type="http://schemas.openxmlformats.org/officeDocument/2006/relationships/image" Target="../media/image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4.xml"/><Relationship Id="rId4" Type="http://schemas.openxmlformats.org/officeDocument/2006/relationships/image" Target="../media/image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4.xml"/><Relationship Id="rId4" Type="http://schemas.openxmlformats.org/officeDocument/2006/relationships/image" Target="../media/image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6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1BD4E-A420-C393-157D-7779FA9146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5472" y="881897"/>
            <a:ext cx="8825658" cy="719959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Case Study On </a:t>
            </a:r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BookMyShow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71A8C7-7DAE-0E14-6135-802B93AB36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84435" y="4394180"/>
            <a:ext cx="4148485" cy="2196353"/>
          </a:xfrm>
        </p:spPr>
        <p:txBody>
          <a:bodyPr>
            <a:normAutofit fontScale="85000" lnSpcReduction="20000"/>
          </a:bodyPr>
          <a:lstStyle/>
          <a:p>
            <a:pPr algn="ctr"/>
            <a:r>
              <a:rPr lang="en-US" sz="2600" b="1" dirty="0">
                <a:solidFill>
                  <a:schemeClr val="bg1"/>
                </a:solidFill>
                <a:latin typeface="Bahnschrift" panose="020B0502040204020203" pitchFamily="34" charset="0"/>
              </a:rPr>
              <a:t>GROUP NO.2 :-</a:t>
            </a:r>
          </a:p>
          <a:p>
            <a:r>
              <a:rPr lang="en-US" sz="2600" b="1" dirty="0">
                <a:solidFill>
                  <a:schemeClr val="bg1"/>
                </a:solidFill>
                <a:latin typeface="Bahnschrift" panose="020B0502040204020203" pitchFamily="34" charset="0"/>
              </a:rPr>
              <a:t>1. Pratham Parmar </a:t>
            </a:r>
          </a:p>
          <a:p>
            <a:r>
              <a:rPr lang="en-US" sz="2600" b="1" dirty="0">
                <a:solidFill>
                  <a:schemeClr val="bg1"/>
                </a:solidFill>
                <a:latin typeface="Bahnschrift" panose="020B0502040204020203" pitchFamily="34" charset="0"/>
              </a:rPr>
              <a:t>2. Kuldip Prajapati</a:t>
            </a:r>
          </a:p>
          <a:p>
            <a:r>
              <a:rPr lang="en-US" sz="2600" b="1" dirty="0">
                <a:solidFill>
                  <a:schemeClr val="bg1"/>
                </a:solidFill>
                <a:latin typeface="Bahnschrift" panose="020B0502040204020203" pitchFamily="34" charset="0"/>
              </a:rPr>
              <a:t>3.Kishan Bhatt </a:t>
            </a:r>
          </a:p>
          <a:p>
            <a:r>
              <a:rPr lang="en-US" sz="2600" b="1" dirty="0">
                <a:solidFill>
                  <a:schemeClr val="bg1"/>
                </a:solidFill>
                <a:latin typeface="Bahnschrift" panose="020B0502040204020203" pitchFamily="34" charset="0"/>
              </a:rPr>
              <a:t>4.Vishw Patel</a:t>
            </a:r>
          </a:p>
          <a:p>
            <a:r>
              <a:rPr lang="en-US" sz="2600" b="1" dirty="0">
                <a:solidFill>
                  <a:schemeClr val="bg1"/>
                </a:solidFill>
                <a:latin typeface="Bahnschrift" panose="020B0502040204020203" pitchFamily="34" charset="0"/>
              </a:rPr>
              <a:t>5.Visha Patel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9A34E1-10E7-1A1C-0072-E4C0EE34F5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7054" y="2463820"/>
            <a:ext cx="5597891" cy="1930360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C244CB-2E19-9509-1E80-189E87B578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37128"/>
            <a:ext cx="3329581" cy="332958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FA158A7-BB78-D5F0-E57E-D701466DB247}"/>
              </a:ext>
            </a:extLst>
          </p:cNvPr>
          <p:cNvSpPr txBox="1"/>
          <p:nvPr/>
        </p:nvSpPr>
        <p:spPr>
          <a:xfrm>
            <a:off x="2581770" y="398224"/>
            <a:ext cx="6622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B.P.C.C.S. GANDHINAGAR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8B4F4FC-76E9-7757-5389-0D29555C6D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6896"/>
            <a:ext cx="2581770" cy="2353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614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AEFA1-A7C6-122A-1CDC-E5753E21E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latin typeface="Algerian" panose="04020705040A02060702" pitchFamily="82" charset="0"/>
              </a:rPr>
              <a:t>About Book My Show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B587C-BB10-6CEC-B4E0-D4A0BB755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468031"/>
            <a:ext cx="8825659" cy="341630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dirty="0">
                <a:latin typeface="Bahnschrift" panose="020B0502040204020203" pitchFamily="34" charset="0"/>
                <a:cs typeface="Arial" panose="020B0604020202020204" pitchFamily="34" charset="0"/>
              </a:rPr>
              <a:t>Ashish Hemrajani Started Bigtree Entertainment Pvt.Ltd in his bedroom in 1999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Bahnschrift" panose="020B0502040204020203" pitchFamily="34" charset="0"/>
                <a:cs typeface="Arial" panose="020B0604020202020204" pitchFamily="34" charset="0"/>
              </a:rPr>
              <a:t>Parikshit Dar took over technology &amp; Rajesh Balpande took over Finance and both came in as Co-Founders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>
              <a:latin typeface="Bahnschrift" panose="020B0502040204020203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Bahnschrift" panose="020B0502040204020203" pitchFamily="34" charset="0"/>
                <a:cs typeface="Arial" panose="020B0604020202020204" pitchFamily="34" charset="0"/>
              </a:rPr>
              <a:t>1</a:t>
            </a:r>
            <a:r>
              <a:rPr lang="en-US" baseline="30000" dirty="0">
                <a:latin typeface="Bahnschrift" panose="020B0502040204020203" pitchFamily="34" charset="0"/>
                <a:cs typeface="Arial" panose="020B0604020202020204" pitchFamily="34" charset="0"/>
              </a:rPr>
              <a:t>st</a:t>
            </a:r>
            <a:r>
              <a:rPr lang="en-US" dirty="0">
                <a:latin typeface="Bahnschrift" panose="020B0502040204020203" pitchFamily="34" charset="0"/>
                <a:cs typeface="Arial" panose="020B0604020202020204" pitchFamily="34" charset="0"/>
              </a:rPr>
              <a:t> Investor – JP Morgan Chase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DF47D68-8B27-F74E-2336-1B73709C1A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04687340"/>
              </p:ext>
            </p:extLst>
          </p:nvPr>
        </p:nvGraphicFramePr>
        <p:xfrm>
          <a:off x="1077819" y="3039501"/>
          <a:ext cx="8838548" cy="53480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943BE597-F59A-A406-BDB0-C55A61EB934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5564" y="384213"/>
            <a:ext cx="2633053" cy="907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4802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1EBB91-59F4-60EB-F33B-15EFA207BA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446"/>
            <a:ext cx="12192000" cy="6858001"/>
          </a:xfrm>
        </p:spPr>
      </p:pic>
    </p:spTree>
    <p:extLst>
      <p:ext uri="{BB962C8B-B14F-4D97-AF65-F5344CB8AC3E}">
        <p14:creationId xmlns:p14="http://schemas.microsoft.com/office/powerpoint/2010/main" val="3217559070"/>
      </p:ext>
    </p:extLst>
  </p:cSld>
  <p:clrMapOvr>
    <a:masterClrMapping/>
  </p:clrMapOvr>
  <p:transition spd="med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FF4A5-A709-01BC-2FB4-BBF6A4809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325" y="957042"/>
            <a:ext cx="8761413" cy="706964"/>
          </a:xfrm>
        </p:spPr>
        <p:txBody>
          <a:bodyPr/>
          <a:lstStyle/>
          <a:p>
            <a:pPr algn="ctr"/>
            <a:r>
              <a:rPr lang="en-IN" sz="3600" b="1" i="1" u="sng" dirty="0">
                <a:effectLst/>
                <a:latin typeface="Algerian" panose="04020705040A02060702" pitchFamily="82" charset="0"/>
                <a:ea typeface="Calibri" panose="020F0502020204030204" pitchFamily="34" charset="0"/>
                <a:cs typeface="Latha"/>
              </a:rPr>
              <a:t>Service</a:t>
            </a:r>
            <a:r>
              <a:rPr lang="en-IN" sz="36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Latha"/>
              </a:rPr>
              <a:t> </a:t>
            </a:r>
            <a:r>
              <a:rPr lang="en-IN" sz="3600" b="1" i="1" u="sng" dirty="0">
                <a:effectLst/>
                <a:latin typeface="Algerian" panose="04020705040A02060702" pitchFamily="82" charset="0"/>
                <a:ea typeface="Calibri" panose="020F0502020204030204" pitchFamily="34" charset="0"/>
                <a:cs typeface="Latha"/>
              </a:rPr>
              <a:t>Based</a:t>
            </a:r>
            <a:r>
              <a:rPr lang="en-IN" sz="36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Latha"/>
              </a:rPr>
              <a:t>  </a:t>
            </a:r>
            <a:br>
              <a:rPr lang="en-IN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Latha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4B559-1378-796F-57FF-C25F89992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28575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  <a:tabLst>
                <a:tab pos="3429000" algn="l"/>
              </a:tabLst>
            </a:pPr>
            <a:r>
              <a:rPr lang="en-IN" sz="18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Latha"/>
              </a:rPr>
              <a:t>It provides event ticket before the show online.</a:t>
            </a:r>
          </a:p>
          <a:p>
            <a:pPr marL="571500" indent="-400050">
              <a:lnSpc>
                <a:spcPct val="150000"/>
              </a:lnSpc>
              <a:spcAft>
                <a:spcPts val="800"/>
              </a:spcAft>
              <a:buFont typeface="+mj-lt"/>
              <a:buAutoNum type="romanUcPeriod"/>
              <a:tabLst>
                <a:tab pos="3429000" algn="l"/>
              </a:tabLst>
            </a:pPr>
            <a:r>
              <a:rPr lang="en-IN" sz="18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Latha"/>
              </a:rPr>
              <a:t> Movie Ticket </a:t>
            </a:r>
            <a:endParaRPr lang="en-IN" dirty="0">
              <a:latin typeface="Bahnschrift" panose="020B0502040204020203" pitchFamily="34" charset="0"/>
              <a:ea typeface="Calibri" panose="020F0502020204030204" pitchFamily="34" charset="0"/>
              <a:cs typeface="Latha"/>
            </a:endParaRPr>
          </a:p>
          <a:p>
            <a:pPr marL="571500" indent="-400050">
              <a:lnSpc>
                <a:spcPct val="150000"/>
              </a:lnSpc>
              <a:spcAft>
                <a:spcPts val="800"/>
              </a:spcAft>
              <a:buFont typeface="+mj-lt"/>
              <a:buAutoNum type="romanUcPeriod"/>
              <a:tabLst>
                <a:tab pos="3429000" algn="l"/>
              </a:tabLst>
            </a:pPr>
            <a:r>
              <a:rPr lang="en-IN" sz="18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Latha"/>
              </a:rPr>
              <a:t> Event Ticket  (Comedy shows , Meetup etc)</a:t>
            </a:r>
          </a:p>
          <a:p>
            <a:pPr marL="571500" indent="-400050">
              <a:lnSpc>
                <a:spcPct val="150000"/>
              </a:lnSpc>
              <a:spcAft>
                <a:spcPts val="800"/>
              </a:spcAft>
              <a:buFont typeface="+mj-lt"/>
              <a:buAutoNum type="romanUcPeriod"/>
              <a:tabLst>
                <a:tab pos="3429000" algn="l"/>
              </a:tabLst>
            </a:pPr>
            <a:r>
              <a:rPr lang="en-IN" sz="18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Latha"/>
              </a:rPr>
              <a:t> Meals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8593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5DE4C-895F-F976-8354-D88EEA97B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effectLst/>
                <a:latin typeface="Algerian" panose="04020705040A02060702" pitchFamily="82" charset="0"/>
                <a:ea typeface="Calibri" panose="020F0502020204030204" pitchFamily="34" charset="0"/>
                <a:cs typeface="Latha"/>
              </a:rPr>
              <a:t>Technical Specification </a:t>
            </a:r>
            <a:r>
              <a:rPr lang="en-IN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Latha"/>
              </a:rPr>
              <a:t>:</a:t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Latha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44229-ED77-28E5-B583-429557559C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algn="just">
              <a:lnSpc>
                <a:spcPct val="150000"/>
              </a:lnSpc>
              <a:tabLst>
                <a:tab pos="3429000" algn="l"/>
              </a:tabLst>
            </a:pPr>
            <a:r>
              <a:rPr lang="en-IN" sz="18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Latha"/>
              </a:rPr>
              <a:t>A. Website :-  </a:t>
            </a:r>
            <a:r>
              <a:rPr lang="en-IN" sz="1800" u="sng" dirty="0">
                <a:solidFill>
                  <a:srgbClr val="0563C1"/>
                </a:solidFill>
                <a:effectLst/>
                <a:latin typeface="Bahnschrift" panose="020B0502040204020203" pitchFamily="34" charset="0"/>
                <a:ea typeface="Calibri" panose="020F0502020204030204" pitchFamily="34" charset="0"/>
                <a:cs typeface="Latha"/>
                <a:hlinkClick r:id="rId2"/>
              </a:rPr>
              <a:t>https://in.bookmyshow.com/</a:t>
            </a:r>
            <a:endParaRPr lang="en-IN" sz="1800" dirty="0">
              <a:effectLst/>
              <a:latin typeface="Bahnschrift" panose="020B0502040204020203" pitchFamily="34" charset="0"/>
              <a:ea typeface="Calibri" panose="020F0502020204030204" pitchFamily="34" charset="0"/>
              <a:cs typeface="Latha"/>
            </a:endParaRPr>
          </a:p>
          <a:p>
            <a:pPr marL="457200" algn="just">
              <a:lnSpc>
                <a:spcPct val="150000"/>
              </a:lnSpc>
              <a:tabLst>
                <a:tab pos="3429000" algn="l"/>
              </a:tabLst>
            </a:pPr>
            <a:r>
              <a:rPr lang="en-IN" sz="18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Latha"/>
              </a:rPr>
              <a:t>B. App  :-  Book My Show.</a:t>
            </a:r>
          </a:p>
          <a:p>
            <a:pPr marL="457200" algn="just">
              <a:lnSpc>
                <a:spcPct val="150000"/>
              </a:lnSpc>
              <a:spcAft>
                <a:spcPts val="800"/>
              </a:spcAft>
              <a:tabLst>
                <a:tab pos="3429000" algn="l"/>
              </a:tabLst>
            </a:pPr>
            <a:r>
              <a:rPr lang="en-IN" sz="18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Latha"/>
              </a:rPr>
              <a:t>C. Devloped in :-  Html ,CSS , JavaScript, MySQL.</a:t>
            </a:r>
          </a:p>
        </p:txBody>
      </p:sp>
    </p:spTree>
    <p:extLst>
      <p:ext uri="{BB962C8B-B14F-4D97-AF65-F5344CB8AC3E}">
        <p14:creationId xmlns:p14="http://schemas.microsoft.com/office/powerpoint/2010/main" val="1634941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F0C0C-F592-A117-9E19-FC4B13782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840" y="568336"/>
            <a:ext cx="10380595" cy="1084768"/>
          </a:xfrm>
        </p:spPr>
        <p:txBody>
          <a:bodyPr>
            <a:noAutofit/>
          </a:bodyPr>
          <a:lstStyle/>
          <a:p>
            <a:r>
              <a:rPr lang="en-US" sz="3600" i="1" dirty="0">
                <a:latin typeface="Algerian" panose="04020705040A02060702" pitchFamily="82" charset="0"/>
                <a:cs typeface="Arial" panose="020B0604020202020204" pitchFamily="34" charset="0"/>
              </a:rPr>
              <a:t>You can download it from Play store or from direct website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1E3EC0-6339-C767-708F-4B80F27148DF}"/>
              </a:ext>
            </a:extLst>
          </p:cNvPr>
          <p:cNvSpPr txBox="1"/>
          <p:nvPr/>
        </p:nvSpPr>
        <p:spPr>
          <a:xfrm>
            <a:off x="430840" y="19586"/>
            <a:ext cx="71986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Latha"/>
              </a:rPr>
              <a:t>ROLE OF CUSTOMER :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/>
            </a:endParaRPr>
          </a:p>
          <a:p>
            <a:r>
              <a:rPr lang="en-US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C590CA-CE24-516C-BA84-CB60D8107F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8602" y="-71635"/>
            <a:ext cx="1837765" cy="63373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DB268EF-589B-0409-BAD8-3EB58CDA59B7}"/>
              </a:ext>
            </a:extLst>
          </p:cNvPr>
          <p:cNvSpPr txBox="1"/>
          <p:nvPr/>
        </p:nvSpPr>
        <p:spPr>
          <a:xfrm>
            <a:off x="2447583" y="2469811"/>
            <a:ext cx="2868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ritannic Bold" panose="020B0903060703020204" pitchFamily="34" charset="0"/>
              </a:rPr>
              <a:t>Play store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F2BFC0-1122-2AA7-B455-CBEC249F12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920" y="2526827"/>
            <a:ext cx="1766960" cy="39265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2553103-39B4-36C5-3428-3DE4C3AF1E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59" y="2443462"/>
            <a:ext cx="1909483" cy="409331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B349B11-78A1-C1CD-84DE-64A5F289D996}"/>
              </a:ext>
            </a:extLst>
          </p:cNvPr>
          <p:cNvSpPr txBox="1"/>
          <p:nvPr/>
        </p:nvSpPr>
        <p:spPr>
          <a:xfrm>
            <a:off x="7452033" y="6084075"/>
            <a:ext cx="1156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ritannic Bold" panose="020B0903060703020204" pitchFamily="34" charset="0"/>
              </a:rPr>
              <a:t>Website</a:t>
            </a:r>
            <a:r>
              <a:rPr lang="en-US" dirty="0"/>
              <a:t>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DB7D667-3949-6B53-2F47-ADDB40C139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5150" y="2623616"/>
            <a:ext cx="1784265" cy="396503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C137D83-3A32-676E-769E-ECF8C39C6B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8912" y="2526827"/>
            <a:ext cx="1917146" cy="415861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C991845-EAED-C226-2BA5-A5C51D3D84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9046" y="5405674"/>
            <a:ext cx="1592954" cy="1452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134433"/>
      </p:ext>
    </p:extLst>
  </p:cSld>
  <p:clrMapOvr>
    <a:masterClrMapping/>
  </p:clrMapOvr>
  <p:transition spd="slow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FAAB5-5A11-B5BF-DD22-D92B75A03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b="1" i="1" dirty="0">
                <a:latin typeface="Algerian" panose="04020705040A02060702" pitchFamily="82" charset="0"/>
              </a:rPr>
              <a:t>Login page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EE1BDAC-BF90-8E13-5B31-4A1810A2E5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037" y="2314257"/>
            <a:ext cx="1837433" cy="4228894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82A4FD-3775-EFA5-8504-D4AF76C0B9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154" y="2213964"/>
            <a:ext cx="1981201" cy="422889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2FF80CB-03FF-7D72-AD78-B4FE09D3F436}"/>
              </a:ext>
            </a:extLst>
          </p:cNvPr>
          <p:cNvSpPr txBox="1"/>
          <p:nvPr/>
        </p:nvSpPr>
        <p:spPr>
          <a:xfrm>
            <a:off x="3217903" y="2447803"/>
            <a:ext cx="6589060" cy="198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There are total 2 Ways to Log into in.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romanUcPeriod"/>
            </a:pPr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Google Account                                </a:t>
            </a:r>
            <a:r>
              <a:rPr lang="en-US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O.T.P. Method.</a:t>
            </a:r>
          </a:p>
          <a:p>
            <a:pPr marL="514350" indent="-514350">
              <a:spcAft>
                <a:spcPts val="1200"/>
              </a:spcAft>
              <a:buFont typeface="+mj-lt"/>
              <a:buAutoNum type="romanUcPeriod"/>
            </a:pPr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Mobile number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You can also skip it for now.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C08C4E3-C099-247C-C7B8-E231F37329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903272" y="3719219"/>
            <a:ext cx="1207010" cy="483852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0EDA76D-4282-48CC-9F33-4D4FBA7EEF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0606" y="-96609"/>
            <a:ext cx="2050138" cy="706964"/>
          </a:xfrm>
          <a:prstGeom prst="rect">
            <a:avLst/>
          </a:prstGeom>
        </p:spPr>
      </p:pic>
      <p:sp>
        <p:nvSpPr>
          <p:cNvPr id="4" name="Right Brace 3">
            <a:extLst>
              <a:ext uri="{FF2B5EF4-FFF2-40B4-BE49-F238E27FC236}">
                <a16:creationId xmlns:a16="http://schemas.microsoft.com/office/drawing/2014/main" id="{D81666C7-64C9-8744-8D76-0D4E21BFF622}"/>
              </a:ext>
            </a:extLst>
          </p:cNvPr>
          <p:cNvSpPr/>
          <p:nvPr/>
        </p:nvSpPr>
        <p:spPr>
          <a:xfrm>
            <a:off x="5852867" y="2990676"/>
            <a:ext cx="659566" cy="89941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9162525"/>
      </p:ext>
    </p:extLst>
  </p:cSld>
  <p:clrMapOvr>
    <a:masterClrMapping/>
  </p:clrMapOvr>
  <p:transition spd="slow">
    <p:split orient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DD2AB-3F17-18EF-D7B8-3DEEE23BA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325" y="367434"/>
            <a:ext cx="8761413" cy="706964"/>
          </a:xfrm>
        </p:spPr>
        <p:txBody>
          <a:bodyPr/>
          <a:lstStyle/>
          <a:p>
            <a:pPr algn="ctr"/>
            <a:r>
              <a:rPr lang="en-US" sz="2800" b="1" i="1" u="sng" dirty="0">
                <a:latin typeface="Algerian" panose="04020705040A02060702" pitchFamily="82" charset="0"/>
              </a:rPr>
              <a:t>OTP METHOD</a:t>
            </a:r>
            <a:endParaRPr lang="en-IN" sz="2800" b="1" i="1" u="sng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8E957-E8C6-78AB-474E-6EA325FA1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2539" y="1680632"/>
            <a:ext cx="8825659" cy="40706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sz="2000" b="1" i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Phone no</a:t>
            </a:r>
            <a:r>
              <a:rPr lang="en-US" sz="2000" b="1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                                      </a:t>
            </a:r>
            <a:r>
              <a:rPr lang="en-US" sz="2400" b="1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                  </a:t>
            </a:r>
            <a:r>
              <a:rPr lang="en-US" sz="2000" b="1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                                              </a:t>
            </a:r>
            <a:r>
              <a:rPr lang="en-US" sz="2000" b="1" i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Gmail</a:t>
            </a:r>
            <a:endParaRPr lang="en-IN" sz="2000" b="1" i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F6FD83C-3CF2-87B1-F68F-B0A5149BA8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6317" y="2327563"/>
            <a:ext cx="2666652" cy="449718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9247F0A-2604-FC41-C672-FD35CB617A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115" y="2327562"/>
            <a:ext cx="2597708" cy="4497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628059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759E4-4E66-49E5-5875-0F7DEBC63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i="1" dirty="0">
                <a:latin typeface="Algerian" panose="04020705040A02060702" pitchFamily="82" charset="0"/>
              </a:rPr>
              <a:t>LOCATION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5A0A2D-292B-0D47-83B3-B350777087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633" y="2339786"/>
            <a:ext cx="1972684" cy="42492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8DA8A0-F510-B78D-21D7-3CEB51A1DF2C}"/>
              </a:ext>
            </a:extLst>
          </p:cNvPr>
          <p:cNvSpPr txBox="1"/>
          <p:nvPr/>
        </p:nvSpPr>
        <p:spPr>
          <a:xfrm>
            <a:off x="3634584" y="2438429"/>
            <a:ext cx="545950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After Login It will Ask you to enter your location 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There are two ways to feed it location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Detect My location automatically By GPS</a:t>
            </a:r>
          </a:p>
          <a:p>
            <a:endParaRPr lang="en-US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 Manually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will use your location to show you nearest cinema hall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7C89223-C864-539C-6C87-A8C1B8136C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657" y="2232210"/>
            <a:ext cx="2124636" cy="44644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392030D-75E1-B378-450A-70E7AF6B5D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212" y="5422122"/>
            <a:ext cx="1574546" cy="145250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4E392E0-6A9C-79B9-96F2-D3303B6C3D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2330" y="-80872"/>
            <a:ext cx="1981200" cy="683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203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4DA95-DF2F-267E-4C29-2BB3BE852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i="1" dirty="0">
                <a:latin typeface="Algerian" panose="04020705040A02060702" pitchFamily="82" charset="0"/>
              </a:rPr>
              <a:t>HOME PAGE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DC4ADF-BE62-4AF0-5525-BF14AB0114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378" y="2361451"/>
            <a:ext cx="1834393" cy="421864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0935F5-5D0C-1B26-8E3C-333C1DE2FAAD}"/>
              </a:ext>
            </a:extLst>
          </p:cNvPr>
          <p:cNvSpPr txBox="1"/>
          <p:nvPr/>
        </p:nvSpPr>
        <p:spPr>
          <a:xfrm>
            <a:off x="3278574" y="2307540"/>
            <a:ext cx="5800164" cy="4662815"/>
          </a:xfrm>
          <a:prstGeom prst="rect">
            <a:avLst/>
          </a:prstGeom>
          <a:noFill/>
        </p:spPr>
        <p:txBody>
          <a:bodyPr wrap="square" spcCol="72000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 home page you will find so many options such as booking ticket or watch the movie online etc.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On home page shows multiple option on upper side like live streaming ,sports, comedy, music shows.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It also provide workshop and kids zone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You will find :-</a:t>
            </a:r>
          </a:p>
          <a:p>
            <a:pPr marL="514350" indent="-514350">
              <a:buFont typeface="+mj-lt"/>
              <a:buAutoNum type="romanLcPeriod"/>
            </a:pPr>
            <a:r>
              <a:rPr lang="en-US" b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search button </a:t>
            </a:r>
          </a:p>
          <a:p>
            <a:pPr marL="514350" indent="-514350">
              <a:buFont typeface="+mj-lt"/>
              <a:buAutoNum type="romanLcPeriod"/>
            </a:pPr>
            <a:r>
              <a:rPr lang="en-US" b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Recommended movies </a:t>
            </a:r>
          </a:p>
          <a:p>
            <a:pPr marL="514350" indent="-514350">
              <a:buFont typeface="+mj-lt"/>
              <a:buAutoNum type="romanLcPeriod"/>
            </a:pPr>
            <a:r>
              <a:rPr lang="en-US" b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Q.R. code scanner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7F2D3CF-EBC7-31C7-5688-F822B2B56D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479" y="2225114"/>
            <a:ext cx="1993345" cy="44913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49D87E9-BBFF-EEC4-A69F-3EA71E9279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8618" y="4638948"/>
            <a:ext cx="2494429" cy="249442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31870E2-3E32-8038-24D2-3D613E2739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-93254"/>
            <a:ext cx="1828799" cy="63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899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127DE-37FB-5526-8C8B-AF7F88670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i="1" dirty="0">
                <a:latin typeface="Algerian" panose="04020705040A02060702" pitchFamily="82" charset="0"/>
              </a:rPr>
              <a:t>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E4306-24F7-50E8-3177-73784C665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6942" y="2348252"/>
            <a:ext cx="4061013" cy="3416300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You can search movie , cinema hall , Events etc.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It will also recommend you trending events and movies.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Select What You want.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0A2C5F-ACAE-5BFA-D3C2-AE0CD4A980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134" y="2217999"/>
            <a:ext cx="2008990" cy="44644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0DA672-0EA2-6AE5-340A-7438D80EBC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935" y="2110423"/>
            <a:ext cx="2187388" cy="46795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2D3BC1A-E313-5A8E-3135-28E6D3D4A9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2165" y="5054790"/>
            <a:ext cx="1819835" cy="181983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9EA6F0C-3316-A4A8-6659-6DB7A0EA57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2696" y="-128494"/>
            <a:ext cx="1949822" cy="67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274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gallery dir="l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AFC6F-69EA-53AE-E4A1-2E9F2F6B3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i="1" dirty="0">
                <a:latin typeface="Algerian" panose="04020705040A02060702" pitchFamily="82" charset="0"/>
              </a:rPr>
              <a:t>BOOKING TICKET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959C2F-92AF-9E0C-64B7-C73D2E56A0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091" y="2208854"/>
            <a:ext cx="1968649" cy="43747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5589A4-1BC6-45A4-1B05-4502835E78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063" y="2087831"/>
            <a:ext cx="2106706" cy="46168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6E7476C-4C22-ACA7-B896-87E7D7A349E9}"/>
              </a:ext>
            </a:extLst>
          </p:cNvPr>
          <p:cNvSpPr txBox="1"/>
          <p:nvPr/>
        </p:nvSpPr>
        <p:spPr>
          <a:xfrm>
            <a:off x="3603812" y="2365992"/>
            <a:ext cx="498437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After selection , You will have the quick detail of the show.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detail you find Short Information about the show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book The ticket Press on the bottom button  ‘book tickets’ 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B3E99AD-3870-6081-C309-AFE5F49358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4753" y="-88900"/>
            <a:ext cx="1900517" cy="6553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CFB43EA-EC48-9236-4102-95AE92B265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6367" y="4876675"/>
            <a:ext cx="2171699" cy="2171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47790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wind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76982-6B27-F343-E832-C30563FF9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latin typeface="Algerian" panose="04020705040A02060702" pitchFamily="82" charset="0"/>
              </a:rPr>
              <a:t>Date ,time And Cinema hall Choosing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D410F32-2774-32A1-C50F-F7F47EBB13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531" y="2192631"/>
            <a:ext cx="2022933" cy="449540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41E7C2-0279-B34B-B8F7-9BD3421F11FB}"/>
              </a:ext>
            </a:extLst>
          </p:cNvPr>
          <p:cNvSpPr txBox="1"/>
          <p:nvPr/>
        </p:nvSpPr>
        <p:spPr>
          <a:xfrm>
            <a:off x="3742764" y="2505257"/>
            <a:ext cx="470647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Now you have to select Time, Hall and date according to your comfort.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Here also have filters for accurate result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Then select seats And it will show you the total amount and various selections.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AE002D-1290-D1E6-60D7-B56A43F002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86" y="2069171"/>
            <a:ext cx="2178424" cy="47423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9695578-D841-6BEE-EAFF-14D87539D3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8990" y="2341213"/>
            <a:ext cx="1927189" cy="41982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E82DC15-67F3-DEC3-154D-7DC4F2DE7D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8195" y="2209052"/>
            <a:ext cx="2088778" cy="464894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7EAF8BD-4013-1064-524F-C1C303A11B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5698" y="-121834"/>
            <a:ext cx="2050137" cy="706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1816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05D6C-3861-BF05-1712-3D4B35A13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i="1" dirty="0">
                <a:latin typeface="Algerian" panose="04020705040A02060702" pitchFamily="82" charset="0"/>
              </a:rPr>
              <a:t>Seat selection 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850B9FB-767A-3ACC-3873-CA779F4FDC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424" y="2172820"/>
            <a:ext cx="2063375" cy="458527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1BE183-D04A-4189-42A6-A5673CA5C37A}"/>
              </a:ext>
            </a:extLst>
          </p:cNvPr>
          <p:cNvSpPr txBox="1"/>
          <p:nvPr/>
        </p:nvSpPr>
        <p:spPr>
          <a:xfrm>
            <a:off x="3487263" y="2505681"/>
            <a:ext cx="614459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Here, You can select seats you want.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seats already booked then it show in red color   available seats show in green color.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Here, we can see date and time of the movie as well as screen direction. 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CC9530-B5E0-FDAA-1340-C369E4657C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522" y="2061882"/>
            <a:ext cx="2241177" cy="46962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23F6690-DE24-81AF-BB51-394626FD09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946766" y="3557784"/>
            <a:ext cx="1207010" cy="49725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96A87B7-8FD4-B741-76CE-28007DA125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9930" y="-96956"/>
            <a:ext cx="1999129" cy="689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272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72021-9D94-FF25-535F-D2D59C7B1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i="1" dirty="0">
                <a:latin typeface="Algerian" panose="04020705040A02060702" pitchFamily="82" charset="0"/>
              </a:rPr>
              <a:t>Pop up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DCFB6-2C7B-C96C-B129-34A9190CA5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8967" y="2325594"/>
            <a:ext cx="4742330" cy="34163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screen will pop up like this , to ask you about beverages.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you want it then Choose What you want Otherwise you can skip it.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97A22E-6E57-87DB-3076-3AB28E4635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336" y="2325594"/>
            <a:ext cx="1860513" cy="42813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D0B8EE-C50E-8DAA-1441-C3EEC19BFB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582" y="2184773"/>
            <a:ext cx="2026023" cy="45630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514E9D4-EFC0-2888-16C0-2492BD873D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0408" y="3720354"/>
            <a:ext cx="3137646" cy="313764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5DC7ABD-7CDA-DD2B-B9FE-8A193FE31D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1" y="-181222"/>
            <a:ext cx="2275632" cy="784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56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warp dir="in"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4DBB4-4636-5605-BF57-58C645F9F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i="1" dirty="0">
                <a:latin typeface="Algerian" panose="04020705040A02060702" pitchFamily="82" charset="0"/>
              </a:rPr>
              <a:t>Invoice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4DA053-8407-8E59-4C22-21BDB24650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864" y="2201594"/>
            <a:ext cx="2040581" cy="453462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0A0312-FC7A-1655-1C77-B6AE705CEB23}"/>
              </a:ext>
            </a:extLst>
          </p:cNvPr>
          <p:cNvSpPr txBox="1"/>
          <p:nvPr/>
        </p:nvSpPr>
        <p:spPr>
          <a:xfrm>
            <a:off x="3540664" y="2613115"/>
            <a:ext cx="5585012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Here we have the invoice of the ticket with every possible details.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Also we have several payment options.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Also some offers.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DDFCB4-5771-CA96-619E-FE2559349B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602" y="2079812"/>
            <a:ext cx="2259106" cy="47781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D915433-2B49-EE5C-857E-1397E7BFFC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5419" y="2282547"/>
            <a:ext cx="1872729" cy="187272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1CF41D2-1487-BA9C-748D-54E421CC83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2364" y="-160733"/>
            <a:ext cx="2272553" cy="78366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3AD1B9F-93CB-D70F-B5AD-C7FCAE133B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783419" y="3449421"/>
            <a:ext cx="1207010" cy="473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776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prism isContent="1" isInverted="1"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2D56F-BDD0-7996-87E0-4DF35F2F1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i="1" u="sng" dirty="0">
                <a:effectLst/>
                <a:latin typeface="Algerian" panose="04020705040A02060702" pitchFamily="82" charset="0"/>
                <a:ea typeface="Calibri" panose="020F0502020204030204" pitchFamily="34" charset="0"/>
                <a:cs typeface="Latha"/>
              </a:rPr>
              <a:t>Buzz Services</a:t>
            </a:r>
            <a:br>
              <a:rPr lang="en-IN" sz="1800" dirty="0">
                <a:effectLst/>
                <a:latin typeface="Algerian" panose="04020705040A02060702" pitchFamily="82" charset="0"/>
                <a:ea typeface="Calibri" panose="020F0502020204030204" pitchFamily="34" charset="0"/>
                <a:cs typeface="Latha"/>
              </a:rPr>
            </a:b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E23DD-C2F8-53C7-F186-AECD920E9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3658" y="2277686"/>
            <a:ext cx="7431578" cy="3990110"/>
          </a:xfrm>
        </p:spPr>
        <p:txBody>
          <a:bodyPr>
            <a:normAutofit/>
          </a:bodyPr>
          <a:lstStyle/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8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Latha"/>
              </a:rPr>
              <a:t>Buzz services are used to discover what’s trending in entertainment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8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Latha"/>
              </a:rPr>
              <a:t>Buzz discovered are below</a:t>
            </a: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IN" sz="18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Latha"/>
              </a:rPr>
              <a:t>Trending</a:t>
            </a: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IN" sz="18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Latha"/>
              </a:rPr>
              <a:t>Movie </a:t>
            </a: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IN" sz="18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Latha"/>
              </a:rPr>
              <a:t>Event </a:t>
            </a: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IN" sz="18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Latha"/>
              </a:rPr>
              <a:t>Sport</a:t>
            </a: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IN" sz="18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Latha"/>
              </a:rPr>
              <a:t>Streaming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sz="18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Latha"/>
              </a:rPr>
              <a:t>Video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135A7C-3875-179A-4B65-55C585EA50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788" y="2211187"/>
            <a:ext cx="2363412" cy="4646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771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4881B-D64D-2D44-7CA5-1D1176FF7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i="1" dirty="0">
                <a:latin typeface="Algerian" panose="04020705040A02060702" pitchFamily="82" charset="0"/>
              </a:rPr>
              <a:t>Payment methods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39020E-0586-B67D-FFE1-9815CC3C12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889" y="2334888"/>
            <a:ext cx="1993042" cy="4428982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3AAD524-8383-A016-C129-B62648B4269B}"/>
              </a:ext>
            </a:extLst>
          </p:cNvPr>
          <p:cNvSpPr txBox="1"/>
          <p:nvPr/>
        </p:nvSpPr>
        <p:spPr>
          <a:xfrm>
            <a:off x="3594354" y="2406457"/>
            <a:ext cx="4814048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u="sng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  <a:cs typeface="Arial" panose="020B0604020202020204" pitchFamily="34" charset="0"/>
              </a:rPr>
              <a:t>Here , we have the several payment options 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DEBIT/CREDIT CARD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MOBILE WALLETS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 BANKING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GIFT VOUCHER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REDEEM 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PAY LATER – Where you can pay the amount at venue. 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BFA63B-159C-D6C1-EFCA-633DEA9C0E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62" y="2247089"/>
            <a:ext cx="2160495" cy="45167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2AFE464-CE63-D165-4DCC-30F20B1564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3523" y="5181600"/>
            <a:ext cx="2935154" cy="180624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1BB934E-C82D-47F8-08CC-ED3D02C3C9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2353" y="-160732"/>
            <a:ext cx="2177946" cy="751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360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ythrough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8BE32-EAFC-0035-94E8-79455B501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7249" y="960860"/>
            <a:ext cx="8761413" cy="706964"/>
          </a:xfrm>
        </p:spPr>
        <p:txBody>
          <a:bodyPr/>
          <a:lstStyle/>
          <a:p>
            <a:r>
              <a:rPr lang="en-US" b="1" i="1" dirty="0">
                <a:latin typeface="Algerian" panose="04020705040A02060702" pitchFamily="82" charset="0"/>
              </a:rPr>
              <a:t>MULTIPLE PAYMENT OPTIONS</a:t>
            </a:r>
            <a:endParaRPr lang="en-IN" b="1" i="1" dirty="0">
              <a:latin typeface="Algerian" panose="04020705040A02060702" pitchFamily="82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3667C56-FDA6-58B1-2D36-0B563FE1E0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726" y="2251016"/>
            <a:ext cx="1998183" cy="4440407"/>
          </a:xfrm>
          <a:prstGeom prst="rect">
            <a:avLst/>
          </a:prstGeom>
        </p:spPr>
      </p:pic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7D875382-1721-2F60-0285-3BD2DEB96D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775" y="2131973"/>
            <a:ext cx="2178996" cy="4726027"/>
          </a:xfr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F54132B-C147-C418-CB32-17E304F2E6A2}"/>
              </a:ext>
            </a:extLst>
          </p:cNvPr>
          <p:cNvSpPr txBox="1"/>
          <p:nvPr/>
        </p:nvSpPr>
        <p:spPr>
          <a:xfrm>
            <a:off x="2669632" y="2413581"/>
            <a:ext cx="5859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Arial Narrow" panose="020B0606020202030204" pitchFamily="34" charset="0"/>
              </a:rPr>
              <a:t>UPI PAYMENT OPTION </a:t>
            </a:r>
            <a:endParaRPr lang="en-IN" dirty="0">
              <a:latin typeface="Arial Narrow" panose="020B0606020202030204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AF857EB-A6A7-39E8-6F3A-048CED7853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9541" y="2309545"/>
            <a:ext cx="1945506" cy="432334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61B8E69-F6F6-B9A5-53BA-A947153F02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6074" y="2191234"/>
            <a:ext cx="2072440" cy="455996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B9BEF7B-28A2-112D-4CBA-D1EAE61C0CFF}"/>
              </a:ext>
            </a:extLst>
          </p:cNvPr>
          <p:cNvSpPr txBox="1"/>
          <p:nvPr/>
        </p:nvSpPr>
        <p:spPr>
          <a:xfrm>
            <a:off x="4929201" y="5904047"/>
            <a:ext cx="48329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Arial Narrow" panose="020B0606020202030204" pitchFamily="34" charset="0"/>
              </a:rPr>
              <a:t>PAYMENT OPTIONS THROUGH DABIT/CREDIT CARD</a:t>
            </a:r>
            <a:endParaRPr lang="en-IN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0891661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BF20D-9737-82ED-A3AD-D6F54B4BD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latin typeface="Algerian" panose="04020705040A02060702" pitchFamily="82" charset="0"/>
              </a:rPr>
              <a:t>MULTIPLE PAYMENT OPTIONS</a:t>
            </a:r>
            <a:endParaRPr lang="en-IN" b="1" i="1" dirty="0">
              <a:latin typeface="Algerian" panose="04020705040A02060702" pitchFamily="82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6D2C0A3-6A8F-6EAC-98BD-15121126C0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375" y="2294021"/>
            <a:ext cx="1957144" cy="4349208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0E51BB4-733E-6C3E-0199-7A03254427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80" y="2181726"/>
            <a:ext cx="2197767" cy="46945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56119ED-D82B-D363-0C3B-D624D858F208}"/>
              </a:ext>
            </a:extLst>
          </p:cNvPr>
          <p:cNvSpPr txBox="1"/>
          <p:nvPr/>
        </p:nvSpPr>
        <p:spPr>
          <a:xfrm>
            <a:off x="2999874" y="2503781"/>
            <a:ext cx="41869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latin typeface="Arial Narrow" panose="020B0606020202030204" pitchFamily="34" charset="0"/>
              </a:rPr>
              <a:t>PAYMENT THROUGHT MOBILE WALLET </a:t>
            </a:r>
            <a:endParaRPr lang="en-IN" sz="2400" dirty="0">
              <a:latin typeface="Arial Narrow" panose="020B0606020202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74249C-C7C8-1C60-25A8-5E45F9718273}"/>
              </a:ext>
            </a:extLst>
          </p:cNvPr>
          <p:cNvSpPr txBox="1"/>
          <p:nvPr/>
        </p:nvSpPr>
        <p:spPr>
          <a:xfrm>
            <a:off x="4491613" y="5884332"/>
            <a:ext cx="47719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latin typeface="Arial Narrow" panose="020B0606020202030204" pitchFamily="34" charset="0"/>
              </a:rPr>
              <a:t>PAYMENT THROUGHT GIFT VOUCHER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1141F6A-6DE9-2E5B-D02F-E44C9D61F6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4760" y="2294021"/>
            <a:ext cx="2003258" cy="442130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79B6DB1-9876-5F09-4C03-A525EEB0D4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9959" y="2133599"/>
            <a:ext cx="2192861" cy="4724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746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A6AC1-C02F-CA0F-A4C1-92D115EF0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i="1" dirty="0">
                <a:latin typeface="Algerian" panose="04020705040A02060702" pitchFamily="82" charset="0"/>
              </a:rPr>
              <a:t>NET BANKING</a:t>
            </a:r>
            <a:endParaRPr lang="en-IN" b="1" i="1" dirty="0">
              <a:latin typeface="Algerian" panose="04020705040A02060702" pitchFamily="8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334C5D-AD22-B07A-64AA-73E356D98D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498" y="2329391"/>
            <a:ext cx="1777774" cy="395060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1526DA-E0D1-18F8-4F78-E4D5C3DF0F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207" y="2230102"/>
            <a:ext cx="1929283" cy="444257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51F0F7E-3A0D-7E5D-CF38-81F8B9148CC2}"/>
              </a:ext>
            </a:extLst>
          </p:cNvPr>
          <p:cNvSpPr txBox="1"/>
          <p:nvPr/>
        </p:nvSpPr>
        <p:spPr>
          <a:xfrm>
            <a:off x="3593431" y="3112563"/>
            <a:ext cx="465221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AFTER ALL WE HAVE MANY PAYMENT BANK</a:t>
            </a:r>
          </a:p>
          <a:p>
            <a:r>
              <a:rPr lang="en-US" sz="2400" dirty="0"/>
              <a:t>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FOR EXAMPLE IF WE SELECT SBI BANK THEN IT WILL PROCEED US TO SBI’S PORTAL</a:t>
            </a:r>
            <a:endParaRPr lang="en-IN" sz="2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6CF3E8D-5D88-7328-0CA8-30F3EC100D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6777" y="2230103"/>
            <a:ext cx="1999160" cy="444257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863FB24-7C1E-D26A-F947-69C1C8BFF7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4822" y="2130250"/>
            <a:ext cx="2170444" cy="4727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863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2FF0C-1472-0D63-11FE-4C8470553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i="1" dirty="0">
                <a:latin typeface="Algerian" panose="04020705040A02060702" pitchFamily="82" charset="0"/>
              </a:rPr>
              <a:t>Pay later option</a:t>
            </a:r>
            <a:endParaRPr lang="en-IN" b="1" i="1" dirty="0">
              <a:latin typeface="Algerian" panose="04020705040A02060702" pitchFamily="8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2E1DDB-79A7-65E5-B820-A90A928581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331" y="2275525"/>
            <a:ext cx="1890069" cy="420015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EB1874-E11C-CD13-83A7-1D3DB15E3D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011" y="2181726"/>
            <a:ext cx="2165684" cy="46762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C5E00D8-6EE0-3C03-6A2A-2E26D05088B6}"/>
              </a:ext>
            </a:extLst>
          </p:cNvPr>
          <p:cNvSpPr txBox="1"/>
          <p:nvPr/>
        </p:nvSpPr>
        <p:spPr>
          <a:xfrm>
            <a:off x="4060999" y="3319533"/>
            <a:ext cx="58553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>
                <a:latin typeface="Arial Narrow" panose="020B0606020202030204" pitchFamily="34" charset="0"/>
              </a:rPr>
              <a:t>We have a pay later option in which , we can pay money later , on credit </a:t>
            </a:r>
            <a:endParaRPr lang="en-IN" sz="28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894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59FB6-C93E-FAB2-E523-75791F7EF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CanceLlation process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B30C68-5A52-1D08-2183-B457BA0623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8705" y="2633480"/>
            <a:ext cx="8825659" cy="34163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You can cancel the tickets 4 hours before the show and refund will be done according to </a:t>
            </a: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Cancellation policy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If you booked via Credit/debit Card ,the card owner must be present at time of ticket taking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Graphic 5" descr="Contract RTL">
            <a:extLst>
              <a:ext uri="{FF2B5EF4-FFF2-40B4-BE49-F238E27FC236}">
                <a16:creationId xmlns:a16="http://schemas.microsoft.com/office/drawing/2014/main" id="{9E8FC475-21B1-3A25-01D3-085CD73487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7931" y="2468588"/>
            <a:ext cx="2478166" cy="2478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263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window dir="vert"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1AF92-D660-F1AE-3674-2A28F408C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i="1" dirty="0">
                <a:latin typeface="Algerian" panose="04020705040A02060702" pitchFamily="82" charset="0"/>
              </a:rPr>
              <a:t>Profile </a:t>
            </a:r>
            <a:endParaRPr lang="en-IN" b="1" i="1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6C0A1-72E9-50DD-25CC-BA4F19CB8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Bahnschrift" panose="020B0502040204020203" pitchFamily="34" charset="0"/>
              </a:rPr>
              <a:t>In profile section we found many option such as:-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Bahnschrift" panose="020B0502040204020203" pitchFamily="34" charset="0"/>
              </a:rPr>
              <a:t>Purchase History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Bahnschrift" panose="020B0502040204020203" pitchFamily="34" charset="0"/>
              </a:rPr>
              <a:t>Reward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Bahnschrift" panose="020B0502040204020203" pitchFamily="34" charset="0"/>
              </a:rPr>
              <a:t>Restaurant Discounts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Bahnschrift" panose="020B0502040204020203" pitchFamily="34" charset="0"/>
              </a:rPr>
              <a:t>Discount stores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Bahnschrift" panose="020B0502040204020203" pitchFamily="34" charset="0"/>
              </a:rPr>
              <a:t>Offers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Bahnschrift" panose="020B0502040204020203" pitchFamily="34" charset="0"/>
              </a:rPr>
              <a:t>ETC.</a:t>
            </a:r>
            <a:endParaRPr lang="en-IN" dirty="0">
              <a:latin typeface="Bahnschrift" panose="020B0502040204020203" pitchFamily="34" charset="0"/>
            </a:endParaRPr>
          </a:p>
        </p:txBody>
      </p:sp>
      <p:pic>
        <p:nvPicPr>
          <p:cNvPr id="5" name="Graphic 4" descr="Users">
            <a:extLst>
              <a:ext uri="{FF2B5EF4-FFF2-40B4-BE49-F238E27FC236}">
                <a16:creationId xmlns:a16="http://schemas.microsoft.com/office/drawing/2014/main" id="{891DA21F-1B66-1824-B844-90492D427C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600" y="5623560"/>
            <a:ext cx="1127760" cy="11277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C3C7C9-C81C-072F-0E26-64FFB7066A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8612" y="2270760"/>
            <a:ext cx="2530150" cy="458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115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18BCC-A8EE-2767-8406-8E2A05061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536" y="1332690"/>
            <a:ext cx="11663464" cy="3677055"/>
          </a:xfrm>
        </p:spPr>
        <p:txBody>
          <a:bodyPr/>
          <a:lstStyle/>
          <a:p>
            <a:r>
              <a:rPr lang="en-US" sz="4000" dirty="0">
                <a:solidFill>
                  <a:schemeClr val="tx1"/>
                </a:solidFill>
                <a:latin typeface="Amy" panose="02000500000000000000" pitchFamily="2" charset="0"/>
              </a:rPr>
              <a:t>HOW TO REGISTER YOUR SHOW IN BOOK MY SHOW?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C36256-15EF-4B4F-C678-36F51080E7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3083" y="3448454"/>
            <a:ext cx="3677055" cy="36770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8E3D2B-BE57-E868-3956-B21A390FE5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29000"/>
            <a:ext cx="3429000" cy="31262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F566481-7BF8-CC84-9EE2-E6CF09A661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7151" y="3000030"/>
            <a:ext cx="5320240" cy="183461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0E1FA2-10C6-8A47-54D3-736CE4201B96}"/>
              </a:ext>
            </a:extLst>
          </p:cNvPr>
          <p:cNvSpPr txBox="1"/>
          <p:nvPr/>
        </p:nvSpPr>
        <p:spPr>
          <a:xfrm>
            <a:off x="528536" y="0"/>
            <a:ext cx="510401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Latha"/>
              </a:rPr>
              <a:t>Role of Seller </a:t>
            </a:r>
            <a:r>
              <a:rPr lang="en-IN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Latha"/>
              </a:rPr>
              <a:t>:-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2778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C68CE-A74D-060C-52A0-B9267B56F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CITY SELECTION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17A35-2E51-04DE-B66E-81DA836AB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9726" y="2095800"/>
            <a:ext cx="5237714" cy="3462447"/>
          </a:xfrm>
        </p:spPr>
        <p:txBody>
          <a:bodyPr/>
          <a:lstStyle/>
          <a:p>
            <a:r>
              <a:rPr lang="en-US" dirty="0"/>
              <a:t>FIRST OF ALL YOU HAVE TO SELECT CITY WHERE YOU WANT TO DO YOUR PROGRAM OR YOUR THEATER LOCATION.</a:t>
            </a:r>
          </a:p>
          <a:p>
            <a:r>
              <a:rPr lang="en-US" dirty="0"/>
              <a:t>AFTER SLECTION IT WILL REDIRECT TO THAT CITY PAGE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083A5C-5E1A-3B99-5ABE-3A8233B729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313" y="2194261"/>
            <a:ext cx="5283687" cy="29720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C527B3-D32B-BF53-8848-35BD35602F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339" y="1905000"/>
            <a:ext cx="7069892" cy="38440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8C5338B-D0D0-0B0D-EEDF-76164958B7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7966" y="4123707"/>
            <a:ext cx="2964034" cy="273429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DA117BC-BC6A-3C71-0EDD-D011ADC9543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5957" y="14081"/>
            <a:ext cx="3356043" cy="1157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650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AE234-5737-D484-ED7B-91B81EEC9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8C328-11E0-232E-AAA5-B70083E3F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47497" y="1924431"/>
            <a:ext cx="4030494" cy="3777622"/>
          </a:xfrm>
        </p:spPr>
        <p:txBody>
          <a:bodyPr/>
          <a:lstStyle/>
          <a:p>
            <a:r>
              <a:rPr lang="en-US" dirty="0"/>
              <a:t>AFTER SELECTION OF CITY YOU WILL BE DIRECTED TO MAIN PAGE WHERE YOU WILL FIND MANY OPTIONS.</a:t>
            </a:r>
          </a:p>
          <a:p>
            <a:r>
              <a:rPr lang="en-US" dirty="0"/>
              <a:t>SOME DETAIL OF HOSTING AND ETC.</a:t>
            </a:r>
          </a:p>
          <a:p>
            <a:r>
              <a:rPr lang="en-US" dirty="0"/>
              <a:t>ALSO, YOU CAN BOOK MOVIEW TICKET FROM HERE.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9F35FB-D571-B491-D910-8E1C472C0D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4324" y="2012004"/>
            <a:ext cx="5865419" cy="32992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F7B770-D185-AC4F-543F-CAB5B1693E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009" y="1653702"/>
            <a:ext cx="8015591" cy="431908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49FFF7A-0388-4A93-D5BF-679A30547B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6529" y="-52128"/>
            <a:ext cx="3301462" cy="113846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DC86293-9505-AA33-20B4-91739D40E3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9915" y="4493819"/>
            <a:ext cx="2785711" cy="2785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719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DD315-4A94-9659-058C-5640FF572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HOSTING DETAIL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2FFE5-5BDF-F296-B3C9-1141AB7B3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4176" y="5389124"/>
            <a:ext cx="9297534" cy="3237770"/>
          </a:xfrm>
        </p:spPr>
        <p:txBody>
          <a:bodyPr/>
          <a:lstStyle/>
          <a:p>
            <a:r>
              <a:rPr lang="en-US" dirty="0"/>
              <a:t>SOME DETAIL ABOUT HOSITNG , SUCH AS WHAT CAN YOU HOST ETC.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19AAAF-8CC5-016C-B7CC-38B66E9CC3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388" y="2093877"/>
            <a:ext cx="4747098" cy="26702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2B2F06-7928-9DC0-F5E2-F3EED86B87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7516" y="2093877"/>
            <a:ext cx="4588246" cy="26702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5A2A52-3C83-AC88-2371-245D4AD108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4825" y="1799617"/>
            <a:ext cx="6449438" cy="347277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B98E216-B86E-366C-8C29-3A22282114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4689" y="1799617"/>
            <a:ext cx="6287311" cy="347277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09A4676-0C3C-E3D3-19BD-355C6957B6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2515" y="-98171"/>
            <a:ext cx="4029485" cy="1389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874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5CE95-9A75-BA86-6167-CBE197668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575472"/>
            <a:ext cx="8911687" cy="1280890"/>
          </a:xfrm>
        </p:spPr>
        <p:txBody>
          <a:bodyPr/>
          <a:lstStyle/>
          <a:p>
            <a:r>
              <a:rPr lang="en-US" dirty="0"/>
              <a:t>SERVICES AND LIST BUTTON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1C40C-B5DA-C5EE-FE1F-856629A0A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8043" y="2104416"/>
            <a:ext cx="4413148" cy="3777622"/>
          </a:xfrm>
        </p:spPr>
        <p:txBody>
          <a:bodyPr/>
          <a:lstStyle/>
          <a:p>
            <a:r>
              <a:rPr lang="en-US" dirty="0"/>
              <a:t>HERE, WE HAVE SOME DETAIL OF SERVICES </a:t>
            </a:r>
          </a:p>
          <a:p>
            <a:r>
              <a:rPr lang="en-US" dirty="0"/>
              <a:t>AND A BUTTON WHICH REDIRECT YOU TO REGISTER PAGE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48DC7D-97D0-3716-2BC8-FC82BA3435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025" y="1937425"/>
            <a:ext cx="5939929" cy="33446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A6261A7-9DA3-B56B-4820-6CD9621E18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7549" y="1575881"/>
            <a:ext cx="8161506" cy="43742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CDDD239-D3A6-50DD-4FFC-378AE2AA5F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0899" y="2217906"/>
            <a:ext cx="1931424" cy="395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406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53883-637D-458C-3F1B-AF1E2B6CC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CONFIRMATION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0AFF7-1193-357A-094D-A27A003673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9530" y="2283642"/>
            <a:ext cx="5265939" cy="2611923"/>
          </a:xfrm>
        </p:spPr>
        <p:txBody>
          <a:bodyPr/>
          <a:lstStyle/>
          <a:p>
            <a:r>
              <a:rPr lang="en-US" dirty="0"/>
              <a:t>AFTER CLICKING ON LIST YOUR SHOW IT WILL SHOW YOU A CONFIRMATION ..</a:t>
            </a:r>
          </a:p>
          <a:p>
            <a:r>
              <a:rPr lang="en-US" dirty="0"/>
              <a:t>JUST LIKE THIS.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B1FD354-966C-82C9-8111-07E18CC60C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779" y="2283642"/>
            <a:ext cx="5188838" cy="34554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12890DD-AFBC-F377-878B-3C9ED1DE72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735" y="1905001"/>
            <a:ext cx="7101193" cy="44860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F981443-F309-B736-A2F8-5BBE886376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7522" y="-16336"/>
            <a:ext cx="3714478" cy="128089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EF40E6C-A8AA-5183-086D-2525538A39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5904" y="4442013"/>
            <a:ext cx="2755360" cy="275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951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0F3E6-446D-C575-4DD2-256DE19B0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FILLING UP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3AFD8-F430-B58C-8619-E2C48DCA40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5780" y="2310320"/>
            <a:ext cx="5961401" cy="2642681"/>
          </a:xfrm>
        </p:spPr>
        <p:txBody>
          <a:bodyPr/>
          <a:lstStyle/>
          <a:p>
            <a:r>
              <a:rPr lang="en-US" dirty="0"/>
              <a:t>AFTER CONFIRMATION WILL ASK YOU ABOUT DETAILS OF SHOW </a:t>
            </a:r>
          </a:p>
          <a:p>
            <a:r>
              <a:rPr lang="en-US" dirty="0"/>
              <a:t>JUST LIKE THIS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52768B-7AA9-690E-2F6A-E686EAEE0D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4290" y="1905000"/>
            <a:ext cx="3503393" cy="41796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564784-2300-1431-9A46-E9E03391E1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860" y="1449420"/>
            <a:ext cx="4824920" cy="54085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092BCA-756B-CCBB-A64F-34302B4762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0" y="-78346"/>
            <a:ext cx="3894306" cy="134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308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1CD92-08B1-AF13-7733-018F7D356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CONTINUE…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4DA678-5545-1C60-B266-4AA70D88EE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9325" y="1671955"/>
            <a:ext cx="6751407" cy="440903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DA49A0-098B-EAD7-8B94-E481C86C14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596" y="1196293"/>
            <a:ext cx="9231549" cy="57685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9A8EF2B-9171-BA2E-350E-2AF3F1B3F7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6604" y="-64929"/>
            <a:ext cx="3855396" cy="1329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257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7FD1C-4B21-8A71-4AF9-9E6C88096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EVENT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137A9-D7A6-9F77-B74D-D7CA623DE0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7575" y="2500554"/>
            <a:ext cx="3693479" cy="1856891"/>
          </a:xfrm>
        </p:spPr>
        <p:txBody>
          <a:bodyPr/>
          <a:lstStyle/>
          <a:p>
            <a:r>
              <a:rPr lang="en-US" dirty="0"/>
              <a:t>VARIOUS TYPES OF EVENT YOU CAN SELECT 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160FE2-DBF0-1D6B-2661-13CEC4ACED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548" y="2140736"/>
            <a:ext cx="6563209" cy="36918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B7A713-7A6C-3B7C-113A-123C6B9730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8965" y="1721755"/>
            <a:ext cx="8994913" cy="48367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3F1642-CB81-4FA9-8CC6-FA6958C864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574" y="94560"/>
            <a:ext cx="3693480" cy="1273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510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1F236-968A-9626-7FEC-9128BF4E9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CONFIRMATION EMAIL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3BA1C-0150-27B9-B196-D972673A5B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3942" y="2049864"/>
            <a:ext cx="3908058" cy="3777622"/>
          </a:xfrm>
        </p:spPr>
        <p:txBody>
          <a:bodyPr/>
          <a:lstStyle/>
          <a:p>
            <a:r>
              <a:rPr lang="en-US" dirty="0"/>
              <a:t>AFTER SUBMITING THE DETAILS YOU WILL GET AN CONFIRMATION EMAIL ON YOUR REGIDTERD MAIL ID 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86786D-BC29-6649-9B17-FF8BBF6324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6963" y="1844710"/>
            <a:ext cx="6418422" cy="36103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F32C8D-AA0E-8B4F-C1B2-05DD70A808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354" y="1477108"/>
            <a:ext cx="8782259" cy="4672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353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A58F9-561C-F6F0-EDEB-C953C6B2C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553771"/>
            <a:ext cx="8911687" cy="1280890"/>
          </a:xfrm>
        </p:spPr>
        <p:txBody>
          <a:bodyPr/>
          <a:lstStyle/>
          <a:p>
            <a:r>
              <a:rPr lang="en-US" dirty="0"/>
              <a:t>GOOGLE FORM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C0199-CF96-63DA-6361-BCFBDFBC6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1209" y="1798899"/>
            <a:ext cx="3757333" cy="3777622"/>
          </a:xfrm>
        </p:spPr>
        <p:txBody>
          <a:bodyPr/>
          <a:lstStyle/>
          <a:p>
            <a:r>
              <a:rPr lang="en-US" dirty="0"/>
              <a:t>AFTER FILLING UP THE GOOGLE FORM . YOU WILL BE GOOD TO GO .</a:t>
            </a:r>
          </a:p>
          <a:p>
            <a:r>
              <a:rPr lang="en-US" dirty="0"/>
              <a:t>AFTER VERIFICATION YOU WILL BE REGISTERD SUCCESSFULLY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1D4E82-60B0-C156-0D73-1FA857DF46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560" y="1763137"/>
            <a:ext cx="6842927" cy="38491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F02BCC-2A29-94A5-0892-28F30E3BDC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0628" y="1326382"/>
            <a:ext cx="9415306" cy="5064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65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FBA21-4462-0ED4-0C7C-601DF4867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effectLst/>
                <a:ea typeface="Calibri" panose="020F0502020204030204" pitchFamily="34" charset="0"/>
                <a:cs typeface="Latha"/>
              </a:rPr>
              <a:t>Advantages :</a:t>
            </a:r>
            <a:br>
              <a:rPr lang="en-IN" dirty="0">
                <a:effectLst/>
                <a:ea typeface="Calibri" panose="020F0502020204030204" pitchFamily="34" charset="0"/>
                <a:cs typeface="Latha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6EFC5-BFEF-1000-ECEB-86A63E3ED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9172" y="2381596"/>
            <a:ext cx="10058197" cy="2826327"/>
          </a:xfrm>
        </p:spPr>
        <p:txBody>
          <a:bodyPr>
            <a:normAutofit fontScale="77500" lnSpcReduction="20000"/>
          </a:bodyPr>
          <a:lstStyle/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2600" dirty="0">
                <a:effectLst/>
                <a:ea typeface="Calibri" panose="020F0502020204030204" pitchFamily="34" charset="0"/>
                <a:cs typeface="Latha"/>
              </a:rPr>
              <a:t>stress-free, hustle free booking of tickets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2600" dirty="0">
                <a:effectLst/>
                <a:ea typeface="Calibri" panose="020F0502020204030204" pitchFamily="34" charset="0"/>
                <a:cs typeface="Latha"/>
              </a:rPr>
              <a:t>Easy payment options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2600" dirty="0">
                <a:effectLst/>
                <a:ea typeface="Calibri" panose="020F0502020204030204" pitchFamily="34" charset="0"/>
                <a:cs typeface="Latha"/>
              </a:rPr>
              <a:t>Various additional schemes to avail on dis booking 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2600" dirty="0">
                <a:effectLst/>
                <a:ea typeface="Calibri" panose="020F0502020204030204" pitchFamily="34" charset="0"/>
                <a:cs typeface="Latha"/>
              </a:rPr>
              <a:t>Supply when </a:t>
            </a:r>
            <a:r>
              <a:rPr lang="en-IN" sz="2600" dirty="0">
                <a:ea typeface="Calibri" panose="020F0502020204030204" pitchFamily="34" charset="0"/>
                <a:cs typeface="Latha"/>
              </a:rPr>
              <a:t>you </a:t>
            </a:r>
            <a:r>
              <a:rPr lang="en-IN" sz="2600" dirty="0">
                <a:effectLst/>
                <a:ea typeface="Calibri" panose="020F0502020204030204" pitchFamily="34" charset="0"/>
                <a:cs typeface="Latha"/>
              </a:rPr>
              <a:t>have an account of site firm where u r doing booking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sz="2600" dirty="0">
                <a:effectLst/>
                <a:ea typeface="Calibri" panose="020F0502020204030204" pitchFamily="34" charset="0"/>
                <a:cs typeface="Latha"/>
              </a:rPr>
              <a:t>You can have various options while choosing our tickets</a:t>
            </a:r>
          </a:p>
          <a:p>
            <a:pPr marL="0" indent="0">
              <a:buNone/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/>
            </a:endParaRPr>
          </a:p>
        </p:txBody>
      </p:sp>
    </p:spTree>
    <p:extLst>
      <p:ext uri="{BB962C8B-B14F-4D97-AF65-F5344CB8AC3E}">
        <p14:creationId xmlns:p14="http://schemas.microsoft.com/office/powerpoint/2010/main" val="779288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5DD26-86B1-C8DD-1D79-140F03B69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effectLst/>
                <a:ea typeface="Calibri" panose="020F0502020204030204" pitchFamily="34" charset="0"/>
                <a:cs typeface="Latha"/>
              </a:rPr>
              <a:t>Disadvantages :</a:t>
            </a:r>
            <a:br>
              <a:rPr lang="en-IN" dirty="0">
                <a:effectLst/>
                <a:ea typeface="Calibri" panose="020F0502020204030204" pitchFamily="34" charset="0"/>
                <a:cs typeface="Latha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8A812-DA76-77C9-190F-5A747CD418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1066" y="2116975"/>
            <a:ext cx="8915400" cy="3777622"/>
          </a:xfrm>
        </p:spPr>
        <p:txBody>
          <a:bodyPr>
            <a:normAutofit/>
          </a:bodyPr>
          <a:lstStyle/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900" dirty="0">
                <a:effectLst/>
                <a:ea typeface="Calibri" panose="020F0502020204030204" pitchFamily="34" charset="0"/>
                <a:cs typeface="Latha"/>
              </a:rPr>
              <a:t>software glitch can cause you buy same ticket twice. And then u have to contact Cust care and stress ourself for reversal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900" dirty="0">
                <a:effectLst/>
                <a:ea typeface="Calibri" panose="020F0502020204030204" pitchFamily="34" charset="0"/>
                <a:cs typeface="Latha"/>
              </a:rPr>
              <a:t>Unfortunate network loss while paying online can leave you in confusion whether u have paid or have to Again contact Cust care.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sz="1900" dirty="0">
                <a:effectLst/>
                <a:ea typeface="Calibri" panose="020F0502020204030204" pitchFamily="34" charset="0"/>
                <a:cs typeface="Latha"/>
              </a:rPr>
              <a:t>Some time you do online booking but still you have to take trouble collecting those printed passes.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9008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74C60-FCF4-E7FF-9822-B9FA42E91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705B14-C4EE-EC1A-D735-FA1E6C2E2C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764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351733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1_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3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4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5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1533</TotalTime>
  <Words>1043</Words>
  <Application>Microsoft Office PowerPoint</Application>
  <PresentationFormat>Widescreen</PresentationFormat>
  <Paragraphs>183</Paragraphs>
  <Slides>38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38</vt:i4>
      </vt:variant>
    </vt:vector>
  </HeadingPairs>
  <TitlesOfParts>
    <vt:vector size="58" baseType="lpstr">
      <vt:lpstr>Algerian</vt:lpstr>
      <vt:lpstr>Amy</vt:lpstr>
      <vt:lpstr>Arial</vt:lpstr>
      <vt:lpstr>Arial Narrow</vt:lpstr>
      <vt:lpstr>Arial Rounded MT Bold</vt:lpstr>
      <vt:lpstr>Bahnschrift</vt:lpstr>
      <vt:lpstr>Book Antiqua</vt:lpstr>
      <vt:lpstr>Britannic Bold</vt:lpstr>
      <vt:lpstr>Calibri</vt:lpstr>
      <vt:lpstr>Century Gothic</vt:lpstr>
      <vt:lpstr>Gill Sans MT</vt:lpstr>
      <vt:lpstr>Symbol</vt:lpstr>
      <vt:lpstr>Trebuchet MS</vt:lpstr>
      <vt:lpstr>Wingdings</vt:lpstr>
      <vt:lpstr>Wingdings 3</vt:lpstr>
      <vt:lpstr>Ion Boardroom</vt:lpstr>
      <vt:lpstr>1_Ion Boardroom</vt:lpstr>
      <vt:lpstr>Berlin</vt:lpstr>
      <vt:lpstr>Gallery</vt:lpstr>
      <vt:lpstr>Wisp</vt:lpstr>
      <vt:lpstr>             Case Study On BookMyShow</vt:lpstr>
      <vt:lpstr>About Book My Show</vt:lpstr>
      <vt:lpstr>PowerPoint Presentation</vt:lpstr>
      <vt:lpstr>Service Based   </vt:lpstr>
      <vt:lpstr>Technical Specification : </vt:lpstr>
      <vt:lpstr>You can download it from Play store or from direct website </vt:lpstr>
      <vt:lpstr>Login page</vt:lpstr>
      <vt:lpstr>OTP METHOD</vt:lpstr>
      <vt:lpstr>LOCATION </vt:lpstr>
      <vt:lpstr>HOME PAGE</vt:lpstr>
      <vt:lpstr>SEARCH</vt:lpstr>
      <vt:lpstr>BOOKING TICKET</vt:lpstr>
      <vt:lpstr>Date ,time And Cinema hall Choosing </vt:lpstr>
      <vt:lpstr>Seat selection  </vt:lpstr>
      <vt:lpstr>Pop up </vt:lpstr>
      <vt:lpstr>Invoice</vt:lpstr>
      <vt:lpstr>Buzz Services </vt:lpstr>
      <vt:lpstr>Payment methods</vt:lpstr>
      <vt:lpstr>MULTIPLE PAYMENT OPTIONS</vt:lpstr>
      <vt:lpstr>MULTIPLE PAYMENT OPTIONS</vt:lpstr>
      <vt:lpstr>NET BANKING</vt:lpstr>
      <vt:lpstr>Pay later option</vt:lpstr>
      <vt:lpstr>CanceLlation process</vt:lpstr>
      <vt:lpstr>Profile </vt:lpstr>
      <vt:lpstr>HOW TO REGISTER YOUR SHOW IN BOOK MY SHOW? </vt:lpstr>
      <vt:lpstr>CITY SELECTION </vt:lpstr>
      <vt:lpstr>MAIN PAGE</vt:lpstr>
      <vt:lpstr>HOSTING DETAIL</vt:lpstr>
      <vt:lpstr>SERVICES AND LIST BUTTON</vt:lpstr>
      <vt:lpstr>CONFIRMATION PAGE</vt:lpstr>
      <vt:lpstr>FILLING UP DETAILS</vt:lpstr>
      <vt:lpstr>CONTINUE…</vt:lpstr>
      <vt:lpstr>TYPES OF EVENT</vt:lpstr>
      <vt:lpstr>CONFIRMATION EMAIL</vt:lpstr>
      <vt:lpstr>GOOGLE FORM </vt:lpstr>
      <vt:lpstr>Advantages : </vt:lpstr>
      <vt:lpstr>Disadvantages :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Study On BookMyShow</dc:title>
  <dc:creator>PRATHAM PARMAR</dc:creator>
  <cp:lastModifiedBy>Kishan Bhatt</cp:lastModifiedBy>
  <cp:revision>100</cp:revision>
  <dcterms:created xsi:type="dcterms:W3CDTF">2022-07-17T10:13:02Z</dcterms:created>
  <dcterms:modified xsi:type="dcterms:W3CDTF">2023-08-16T08:52:59Z</dcterms:modified>
</cp:coreProperties>
</file>